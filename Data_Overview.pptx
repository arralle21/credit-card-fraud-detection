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2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62062-2835-4356-8E18-5AB66C194EFB}" v="72" dt="2025-11-19T10:04:29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i Jibril" userId="6480ac2d-504c-45e1-bf13-1de5aaa07f9e" providerId="ADAL" clId="{667A45C4-D4BB-4466-A4F7-E9DFB1D9FE54}"/>
    <pc:docChg chg="undo custSel addSld delSld modSld sldOrd addMainMaster delMainMaster">
      <pc:chgData name="Abdullahi Jibril" userId="6480ac2d-504c-45e1-bf13-1de5aaa07f9e" providerId="ADAL" clId="{667A45C4-D4BB-4466-A4F7-E9DFB1D9FE54}" dt="2025-11-19T10:32:18.097" v="853" actId="1076"/>
      <pc:docMkLst>
        <pc:docMk/>
      </pc:docMkLst>
      <pc:sldChg chg="addSp modSp new del mod setBg modClrScheme chgLayout">
        <pc:chgData name="Abdullahi Jibril" userId="6480ac2d-504c-45e1-bf13-1de5aaa07f9e" providerId="ADAL" clId="{667A45C4-D4BB-4466-A4F7-E9DFB1D9FE54}" dt="2025-11-18T11:16:13.078" v="7" actId="47"/>
        <pc:sldMkLst>
          <pc:docMk/>
          <pc:sldMk cId="2434599977" sldId="256"/>
        </pc:sldMkLst>
        <pc:spChg chg="mo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2" creationId="{3E263CB1-4B49-C503-A8BD-ECB2EBBF58B2}"/>
          </ac:spMkLst>
        </pc:spChg>
        <pc:spChg chg="mo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3" creationId="{6F4A6DC1-F460-44B3-FE88-528C1795E803}"/>
          </ac:spMkLst>
        </pc:spChg>
        <pc:spChg chg="ad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9" creationId="{3768F94E-2BF1-56A5-87AC-0C427079334B}"/>
          </ac:spMkLst>
        </pc:spChg>
        <pc:spChg chg="ad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11" creationId="{393D8CD4-7FBE-9118-0CEB-9C1A2FA6AE5A}"/>
          </ac:spMkLst>
        </pc:spChg>
        <pc:picChg chg="add">
          <ac:chgData name="Abdullahi Jibril" userId="6480ac2d-504c-45e1-bf13-1de5aaa07f9e" providerId="ADAL" clId="{667A45C4-D4BB-4466-A4F7-E9DFB1D9FE54}" dt="2025-11-18T11:15:42.648" v="4" actId="26606"/>
          <ac:picMkLst>
            <pc:docMk/>
            <pc:sldMk cId="2434599977" sldId="256"/>
            <ac:picMk id="4" creationId="{BC2B9DE7-9F1C-FB7C-327A-45DEB51EE2D3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4.766" v="419" actId="47"/>
        <pc:sldMkLst>
          <pc:docMk/>
          <pc:sldMk cId="2845253709" sldId="257"/>
        </pc:sldMkLst>
        <pc:spChg chg="del mod">
          <ac:chgData name="Abdullahi Jibril" userId="6480ac2d-504c-45e1-bf13-1de5aaa07f9e" providerId="ADAL" clId="{667A45C4-D4BB-4466-A4F7-E9DFB1D9FE54}" dt="2025-11-18T11:17:08.382" v="20" actId="478"/>
          <ac:spMkLst>
            <pc:docMk/>
            <pc:sldMk cId="2845253709" sldId="257"/>
            <ac:spMk id="2" creationId="{28C70255-C90E-E4A0-0178-B8A637751D0C}"/>
          </ac:spMkLst>
        </pc:spChg>
        <pc:spChg chg="mod">
          <ac:chgData name="Abdullahi Jibril" userId="6480ac2d-504c-45e1-bf13-1de5aaa07f9e" providerId="ADAL" clId="{667A45C4-D4BB-4466-A4F7-E9DFB1D9FE54}" dt="2025-11-18T11:21:52.667" v="111" actId="1076"/>
          <ac:spMkLst>
            <pc:docMk/>
            <pc:sldMk cId="2845253709" sldId="257"/>
            <ac:spMk id="3" creationId="{6509AEDE-44B3-DBD4-46C1-0B24A925DEE0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19T09:40:15.825" v="532" actId="14100"/>
        <pc:sldMkLst>
          <pc:docMk/>
          <pc:sldMk cId="3629683097" sldId="258"/>
        </pc:sldMkLst>
        <pc:spChg chg="del mod">
          <ac:chgData name="Abdullahi Jibril" userId="6480ac2d-504c-45e1-bf13-1de5aaa07f9e" providerId="ADAL" clId="{667A45C4-D4BB-4466-A4F7-E9DFB1D9FE54}" dt="2025-11-18T11:16:23.741" v="9" actId="478"/>
          <ac:spMkLst>
            <pc:docMk/>
            <pc:sldMk cId="3629683097" sldId="258"/>
            <ac:spMk id="2" creationId="{DED2D55E-2D1A-FD32-CC04-64A6F5551DC8}"/>
          </ac:spMkLst>
        </pc:spChg>
        <pc:spChg chg="mod">
          <ac:chgData name="Abdullahi Jibril" userId="6480ac2d-504c-45e1-bf13-1de5aaa07f9e" providerId="ADAL" clId="{667A45C4-D4BB-4466-A4F7-E9DFB1D9FE54}" dt="2025-11-19T09:40:15.825" v="532" actId="14100"/>
          <ac:spMkLst>
            <pc:docMk/>
            <pc:sldMk cId="3629683097" sldId="258"/>
            <ac:spMk id="3" creationId="{B27B9278-7A3E-AE62-0118-BFB3DB0244DD}"/>
          </ac:spMkLst>
        </pc:spChg>
        <pc:spChg chg="add del mod">
          <ac:chgData name="Abdullahi Jibril" userId="6480ac2d-504c-45e1-bf13-1de5aaa07f9e" providerId="ADAL" clId="{667A45C4-D4BB-4466-A4F7-E9DFB1D9FE54}" dt="2025-11-18T11:17:51.659" v="31" actId="478"/>
          <ac:spMkLst>
            <pc:docMk/>
            <pc:sldMk cId="3629683097" sldId="258"/>
            <ac:spMk id="5" creationId="{8D620669-B42D-ED3C-C08F-A53A87D6E2BC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4.220" v="418" actId="47"/>
        <pc:sldMkLst>
          <pc:docMk/>
          <pc:sldMk cId="413899027" sldId="259"/>
        </pc:sldMkLst>
        <pc:spChg chg="del">
          <ac:chgData name="Abdullahi Jibril" userId="6480ac2d-504c-45e1-bf13-1de5aaa07f9e" providerId="ADAL" clId="{667A45C4-D4BB-4466-A4F7-E9DFB1D9FE54}" dt="2025-11-18T11:19:42.126" v="50" actId="478"/>
          <ac:spMkLst>
            <pc:docMk/>
            <pc:sldMk cId="413899027" sldId="259"/>
            <ac:spMk id="2" creationId="{0DF8A28F-262C-CF5E-42EE-D208C1470C87}"/>
          </ac:spMkLst>
        </pc:spChg>
        <pc:spChg chg="mod">
          <ac:chgData name="Abdullahi Jibril" userId="6480ac2d-504c-45e1-bf13-1de5aaa07f9e" providerId="ADAL" clId="{667A45C4-D4BB-4466-A4F7-E9DFB1D9FE54}" dt="2025-11-18T11:22:36.795" v="146" actId="5793"/>
          <ac:spMkLst>
            <pc:docMk/>
            <pc:sldMk cId="413899027" sldId="259"/>
            <ac:spMk id="3" creationId="{BC319DE5-4B4F-F7C4-D6B9-B3F31EA72830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09:40:45.202" v="540" actId="1076"/>
        <pc:sldMkLst>
          <pc:docMk/>
          <pc:sldMk cId="2907828569" sldId="259"/>
        </pc:sldMkLst>
        <pc:spChg chg="del">
          <ac:chgData name="Abdullahi Jibril" userId="6480ac2d-504c-45e1-bf13-1de5aaa07f9e" providerId="ADAL" clId="{667A45C4-D4BB-4466-A4F7-E9DFB1D9FE54}" dt="2025-11-19T09:36:38.823" v="499" actId="478"/>
          <ac:spMkLst>
            <pc:docMk/>
            <pc:sldMk cId="2907828569" sldId="259"/>
            <ac:spMk id="2" creationId="{13A6CD5C-A99A-3E49-C3F9-F83AF546863B}"/>
          </ac:spMkLst>
        </pc:spChg>
        <pc:spChg chg="mod">
          <ac:chgData name="Abdullahi Jibril" userId="6480ac2d-504c-45e1-bf13-1de5aaa07f9e" providerId="ADAL" clId="{667A45C4-D4BB-4466-A4F7-E9DFB1D9FE54}" dt="2025-11-19T09:40:45.202" v="540" actId="1076"/>
          <ac:spMkLst>
            <pc:docMk/>
            <pc:sldMk cId="2907828569" sldId="259"/>
            <ac:spMk id="3" creationId="{A67FC218-45BA-6471-A438-AFC29855E154}"/>
          </ac:spMkLst>
        </pc:spChg>
        <pc:spChg chg="add del">
          <ac:chgData name="Abdullahi Jibril" userId="6480ac2d-504c-45e1-bf13-1de5aaa07f9e" providerId="ADAL" clId="{667A45C4-D4BB-4466-A4F7-E9DFB1D9FE54}" dt="2025-11-19T09:39:48.473" v="525" actId="26606"/>
          <ac:spMkLst>
            <pc:docMk/>
            <pc:sldMk cId="2907828569" sldId="259"/>
            <ac:spMk id="10" creationId="{021A4066-B261-49FE-952E-A0FE3EE75CD2}"/>
          </ac:spMkLst>
        </pc:spChg>
        <pc:spChg chg="add del">
          <ac:chgData name="Abdullahi Jibril" userId="6480ac2d-504c-45e1-bf13-1de5aaa07f9e" providerId="ADAL" clId="{667A45C4-D4BB-4466-A4F7-E9DFB1D9FE54}" dt="2025-11-19T09:39:48.473" v="525" actId="26606"/>
          <ac:spMkLst>
            <pc:docMk/>
            <pc:sldMk cId="2907828569" sldId="259"/>
            <ac:spMk id="14" creationId="{81958111-BC13-4D45-AB27-0C2C83F9BA64}"/>
          </ac:spMkLst>
        </pc:spChg>
        <pc:spChg chg="add del">
          <ac:chgData name="Abdullahi Jibril" userId="6480ac2d-504c-45e1-bf13-1de5aaa07f9e" providerId="ADAL" clId="{667A45C4-D4BB-4466-A4F7-E9DFB1D9FE54}" dt="2025-11-19T09:39:52.109" v="527" actId="26606"/>
          <ac:spMkLst>
            <pc:docMk/>
            <pc:sldMk cId="2907828569" sldId="259"/>
            <ac:spMk id="24" creationId="{35C3D674-3D59-4E93-80CA-0C0A9095E816}"/>
          </ac:spMkLst>
        </pc:spChg>
        <pc:spChg chg="add del">
          <ac:chgData name="Abdullahi Jibril" userId="6480ac2d-504c-45e1-bf13-1de5aaa07f9e" providerId="ADAL" clId="{667A45C4-D4BB-4466-A4F7-E9DFB1D9FE54}" dt="2025-11-19T09:39:52.109" v="527" actId="26606"/>
          <ac:spMkLst>
            <pc:docMk/>
            <pc:sldMk cId="2907828569" sldId="259"/>
            <ac:spMk id="26" creationId="{EF2A81E1-BCBE-426B-8C09-33274E69409D}"/>
          </ac:spMkLst>
        </pc:spChg>
        <pc:grpChg chg="add del">
          <ac:chgData name="Abdullahi Jibril" userId="6480ac2d-504c-45e1-bf13-1de5aaa07f9e" providerId="ADAL" clId="{667A45C4-D4BB-4466-A4F7-E9DFB1D9FE54}" dt="2025-11-19T09:39:48.473" v="525" actId="26606"/>
          <ac:grpSpMkLst>
            <pc:docMk/>
            <pc:sldMk cId="2907828569" sldId="259"/>
            <ac:grpSpMk id="16" creationId="{82188758-E18A-4CE5-9D03-F4BF5D887C3F}"/>
          </ac:grpSpMkLst>
        </pc:grpChg>
        <pc:picChg chg="add mod">
          <ac:chgData name="Abdullahi Jibril" userId="6480ac2d-504c-45e1-bf13-1de5aaa07f9e" providerId="ADAL" clId="{667A45C4-D4BB-4466-A4F7-E9DFB1D9FE54}" dt="2025-11-19T09:39:52.124" v="528" actId="26606"/>
          <ac:picMkLst>
            <pc:docMk/>
            <pc:sldMk cId="2907828569" sldId="259"/>
            <ac:picMk id="5" creationId="{C2C0095C-FB43-1172-371D-D5E7DEDCCC7E}"/>
          </ac:picMkLst>
        </pc:picChg>
        <pc:picChg chg="add del">
          <ac:chgData name="Abdullahi Jibril" userId="6480ac2d-504c-45e1-bf13-1de5aaa07f9e" providerId="ADAL" clId="{667A45C4-D4BB-4466-A4F7-E9DFB1D9FE54}" dt="2025-11-19T09:39:48.473" v="525" actId="26606"/>
          <ac:picMkLst>
            <pc:docMk/>
            <pc:sldMk cId="2907828569" sldId="259"/>
            <ac:picMk id="20" creationId="{D42F4933-2ECF-4EE5-BCE4-F19E3CA609FE}"/>
          </ac:picMkLst>
        </pc:picChg>
        <pc:picChg chg="add del">
          <ac:chgData name="Abdullahi Jibril" userId="6480ac2d-504c-45e1-bf13-1de5aaa07f9e" providerId="ADAL" clId="{667A45C4-D4BB-4466-A4F7-E9DFB1D9FE54}" dt="2025-11-19T09:39:52.109" v="527" actId="26606"/>
          <ac:picMkLst>
            <pc:docMk/>
            <pc:sldMk cId="2907828569" sldId="259"/>
            <ac:picMk id="27" creationId="{39D1DDD4-5BB3-45BA-B9B3-06B62299AD79}"/>
          </ac:picMkLst>
        </pc:picChg>
        <pc:cxnChg chg="add del">
          <ac:chgData name="Abdullahi Jibril" userId="6480ac2d-504c-45e1-bf13-1de5aaa07f9e" providerId="ADAL" clId="{667A45C4-D4BB-4466-A4F7-E9DFB1D9FE54}" dt="2025-11-19T09:39:48.473" v="525" actId="26606"/>
          <ac:cxnSpMkLst>
            <pc:docMk/>
            <pc:sldMk cId="2907828569" sldId="259"/>
            <ac:cxnSpMk id="12" creationId="{381B4579-E2EA-4BD7-94FF-0A0BEE135C6B}"/>
          </ac:cxnSpMkLst>
        </pc:cxnChg>
        <pc:cxnChg chg="add del">
          <ac:chgData name="Abdullahi Jibril" userId="6480ac2d-504c-45e1-bf13-1de5aaa07f9e" providerId="ADAL" clId="{667A45C4-D4BB-4466-A4F7-E9DFB1D9FE54}" dt="2025-11-19T09:39:48.473" v="525" actId="26606"/>
          <ac:cxnSpMkLst>
            <pc:docMk/>
            <pc:sldMk cId="2907828569" sldId="259"/>
            <ac:cxnSpMk id="22" creationId="{C6FAC23C-014D-4AC5-AD1B-36F7D0E7EF32}"/>
          </ac:cxnSpMkLst>
        </pc:cxnChg>
        <pc:cxnChg chg="add del">
          <ac:chgData name="Abdullahi Jibril" userId="6480ac2d-504c-45e1-bf13-1de5aaa07f9e" providerId="ADAL" clId="{667A45C4-D4BB-4466-A4F7-E9DFB1D9FE54}" dt="2025-11-19T09:39:52.109" v="527" actId="26606"/>
          <ac:cxnSpMkLst>
            <pc:docMk/>
            <pc:sldMk cId="2907828569" sldId="259"/>
            <ac:cxnSpMk id="25" creationId="{C884B8F8-FDC9-498B-9960-5D7260AFCB03}"/>
          </ac:cxnSpMkLst>
        </pc:cxnChg>
        <pc:cxnChg chg="add del">
          <ac:chgData name="Abdullahi Jibril" userId="6480ac2d-504c-45e1-bf13-1de5aaa07f9e" providerId="ADAL" clId="{667A45C4-D4BB-4466-A4F7-E9DFB1D9FE54}" dt="2025-11-19T09:39:52.109" v="527" actId="26606"/>
          <ac:cxnSpMkLst>
            <pc:docMk/>
            <pc:sldMk cId="2907828569" sldId="259"/>
            <ac:cxnSpMk id="28" creationId="{A24DAE64-2302-42EA-8239-F2F0775CA5AD}"/>
          </ac:cxnSpMkLst>
        </pc:cxnChg>
      </pc:sldChg>
      <pc:sldChg chg="addSp delSp modSp new mod setBg">
        <pc:chgData name="Abdullahi Jibril" userId="6480ac2d-504c-45e1-bf13-1de5aaa07f9e" providerId="ADAL" clId="{667A45C4-D4BB-4466-A4F7-E9DFB1D9FE54}" dt="2025-11-19T09:43:45.628" v="574" actId="14100"/>
        <pc:sldMkLst>
          <pc:docMk/>
          <pc:sldMk cId="2602536399" sldId="260"/>
        </pc:sldMkLst>
        <pc:spChg chg="del">
          <ac:chgData name="Abdullahi Jibril" userId="6480ac2d-504c-45e1-bf13-1de5aaa07f9e" providerId="ADAL" clId="{667A45C4-D4BB-4466-A4F7-E9DFB1D9FE54}" dt="2025-11-19T09:40:55.560" v="542" actId="478"/>
          <ac:spMkLst>
            <pc:docMk/>
            <pc:sldMk cId="2602536399" sldId="260"/>
            <ac:spMk id="2" creationId="{4D894186-7192-0223-C067-B6704163DC78}"/>
          </ac:spMkLst>
        </pc:spChg>
        <pc:spChg chg="mod ord">
          <ac:chgData name="Abdullahi Jibril" userId="6480ac2d-504c-45e1-bf13-1de5aaa07f9e" providerId="ADAL" clId="{667A45C4-D4BB-4466-A4F7-E9DFB1D9FE54}" dt="2025-11-19T09:43:45.628" v="574" actId="14100"/>
          <ac:spMkLst>
            <pc:docMk/>
            <pc:sldMk cId="2602536399" sldId="260"/>
            <ac:spMk id="3" creationId="{138A3A49-9B4C-9996-CFF5-02263E0ABC53}"/>
          </ac:spMkLst>
        </pc:spChg>
        <pc:spChg chg="add del">
          <ac:chgData name="Abdullahi Jibril" userId="6480ac2d-504c-45e1-bf13-1de5aaa07f9e" providerId="ADAL" clId="{667A45C4-D4BB-4466-A4F7-E9DFB1D9FE54}" dt="2025-11-19T09:43:01.647" v="560" actId="26606"/>
          <ac:spMkLst>
            <pc:docMk/>
            <pc:sldMk cId="2602536399" sldId="260"/>
            <ac:spMk id="10" creationId="{F2AF0D79-4A1A-4F27-B9F0-CF252C4AC91C}"/>
          </ac:spMkLst>
        </pc:spChg>
        <pc:spChg chg="add">
          <ac:chgData name="Abdullahi Jibril" userId="6480ac2d-504c-45e1-bf13-1de5aaa07f9e" providerId="ADAL" clId="{667A45C4-D4BB-4466-A4F7-E9DFB1D9FE54}" dt="2025-11-19T09:43:01.674" v="561" actId="26606"/>
          <ac:spMkLst>
            <pc:docMk/>
            <pc:sldMk cId="2602536399" sldId="260"/>
            <ac:spMk id="14" creationId="{EF2A81E1-BCBE-426B-8C09-33274E69409D}"/>
          </ac:spMkLst>
        </pc:spChg>
        <pc:spChg chg="add">
          <ac:chgData name="Abdullahi Jibril" userId="6480ac2d-504c-45e1-bf13-1de5aaa07f9e" providerId="ADAL" clId="{667A45C4-D4BB-4466-A4F7-E9DFB1D9FE54}" dt="2025-11-19T09:43:01.674" v="561" actId="26606"/>
          <ac:spMkLst>
            <pc:docMk/>
            <pc:sldMk cId="2602536399" sldId="260"/>
            <ac:spMk id="15" creationId="{35C3D674-3D59-4E93-80CA-0C0A9095E816}"/>
          </ac:spMkLst>
        </pc:spChg>
        <pc:picChg chg="add mod">
          <ac:chgData name="Abdullahi Jibril" userId="6480ac2d-504c-45e1-bf13-1de5aaa07f9e" providerId="ADAL" clId="{667A45C4-D4BB-4466-A4F7-E9DFB1D9FE54}" dt="2025-11-19T09:43:10.168" v="563" actId="1076"/>
          <ac:picMkLst>
            <pc:docMk/>
            <pc:sldMk cId="2602536399" sldId="260"/>
            <ac:picMk id="5" creationId="{84E0292F-D168-1936-DD5C-79F05F8373F2}"/>
          </ac:picMkLst>
        </pc:picChg>
        <pc:picChg chg="add">
          <ac:chgData name="Abdullahi Jibril" userId="6480ac2d-504c-45e1-bf13-1de5aaa07f9e" providerId="ADAL" clId="{667A45C4-D4BB-4466-A4F7-E9DFB1D9FE54}" dt="2025-11-19T09:43:01.674" v="561" actId="26606"/>
          <ac:picMkLst>
            <pc:docMk/>
            <pc:sldMk cId="2602536399" sldId="260"/>
            <ac:picMk id="16" creationId="{39D1DDD4-5BB3-45BA-B9B3-06B62299AD79}"/>
          </ac:picMkLst>
        </pc:picChg>
        <pc:cxnChg chg="add del">
          <ac:chgData name="Abdullahi Jibril" userId="6480ac2d-504c-45e1-bf13-1de5aaa07f9e" providerId="ADAL" clId="{667A45C4-D4BB-4466-A4F7-E9DFB1D9FE54}" dt="2025-11-19T09:43:01.647" v="560" actId="26606"/>
          <ac:cxnSpMkLst>
            <pc:docMk/>
            <pc:sldMk cId="2602536399" sldId="260"/>
            <ac:cxnSpMk id="12" creationId="{8E83266B-97F8-4AB9-818F-3A70E8D8580D}"/>
          </ac:cxnSpMkLst>
        </pc:cxnChg>
        <pc:cxnChg chg="add">
          <ac:chgData name="Abdullahi Jibril" userId="6480ac2d-504c-45e1-bf13-1de5aaa07f9e" providerId="ADAL" clId="{667A45C4-D4BB-4466-A4F7-E9DFB1D9FE54}" dt="2025-11-19T09:43:01.674" v="561" actId="26606"/>
          <ac:cxnSpMkLst>
            <pc:docMk/>
            <pc:sldMk cId="2602536399" sldId="260"/>
            <ac:cxnSpMk id="17" creationId="{C884B8F8-FDC9-498B-9960-5D7260AFCB03}"/>
          </ac:cxnSpMkLst>
        </pc:cxnChg>
        <pc:cxnChg chg="add">
          <ac:chgData name="Abdullahi Jibril" userId="6480ac2d-504c-45e1-bf13-1de5aaa07f9e" providerId="ADAL" clId="{667A45C4-D4BB-4466-A4F7-E9DFB1D9FE54}" dt="2025-11-19T09:43:01.674" v="561" actId="26606"/>
          <ac:cxnSpMkLst>
            <pc:docMk/>
            <pc:sldMk cId="2602536399" sldId="260"/>
            <ac:cxnSpMk id="18" creationId="{A24DAE64-2302-42EA-8239-F2F0775CA5AD}"/>
          </ac:cxnSpMkLst>
        </pc:cxnChg>
      </pc:sldChg>
      <pc:sldChg chg="delSp modSp new del mod">
        <pc:chgData name="Abdullahi Jibril" userId="6480ac2d-504c-45e1-bf13-1de5aaa07f9e" providerId="ADAL" clId="{667A45C4-D4BB-4466-A4F7-E9DFB1D9FE54}" dt="2025-11-19T09:34:24.046" v="417" actId="47"/>
        <pc:sldMkLst>
          <pc:docMk/>
          <pc:sldMk cId="3534162225" sldId="260"/>
        </pc:sldMkLst>
        <pc:spChg chg="del">
          <ac:chgData name="Abdullahi Jibril" userId="6480ac2d-504c-45e1-bf13-1de5aaa07f9e" providerId="ADAL" clId="{667A45C4-D4BB-4466-A4F7-E9DFB1D9FE54}" dt="2025-11-18T11:20:08.303" v="56" actId="478"/>
          <ac:spMkLst>
            <pc:docMk/>
            <pc:sldMk cId="3534162225" sldId="260"/>
            <ac:spMk id="2" creationId="{C8CE9DA4-04A9-3AA7-9D37-CD9F0E29A654}"/>
          </ac:spMkLst>
        </pc:spChg>
        <pc:spChg chg="mod">
          <ac:chgData name="Abdullahi Jibril" userId="6480ac2d-504c-45e1-bf13-1de5aaa07f9e" providerId="ADAL" clId="{667A45C4-D4BB-4466-A4F7-E9DFB1D9FE54}" dt="2025-11-18T11:22:46.669" v="147" actId="5793"/>
          <ac:spMkLst>
            <pc:docMk/>
            <pc:sldMk cId="3534162225" sldId="260"/>
            <ac:spMk id="3" creationId="{A10CCFCE-6E32-B70F-A976-5F78AD8E4F73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09:44:40.494" v="589" actId="1076"/>
        <pc:sldMkLst>
          <pc:docMk/>
          <pc:sldMk cId="1554357718" sldId="261"/>
        </pc:sldMkLst>
        <pc:spChg chg="del">
          <ac:chgData name="Abdullahi Jibril" userId="6480ac2d-504c-45e1-bf13-1de5aaa07f9e" providerId="ADAL" clId="{667A45C4-D4BB-4466-A4F7-E9DFB1D9FE54}" dt="2025-11-19T09:43:51.185" v="576" actId="478"/>
          <ac:spMkLst>
            <pc:docMk/>
            <pc:sldMk cId="1554357718" sldId="261"/>
            <ac:spMk id="2" creationId="{63610711-A8E4-409B-51A9-486DD3F7BBC8}"/>
          </ac:spMkLst>
        </pc:spChg>
        <pc:spChg chg="mod">
          <ac:chgData name="Abdullahi Jibril" userId="6480ac2d-504c-45e1-bf13-1de5aaa07f9e" providerId="ADAL" clId="{667A45C4-D4BB-4466-A4F7-E9DFB1D9FE54}" dt="2025-11-19T09:44:40.494" v="589" actId="1076"/>
          <ac:spMkLst>
            <pc:docMk/>
            <pc:sldMk cId="1554357718" sldId="261"/>
            <ac:spMk id="3" creationId="{66809AF7-3F6F-1E4F-B94C-E9F7E5900505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853" v="416" actId="47"/>
        <pc:sldMkLst>
          <pc:docMk/>
          <pc:sldMk cId="1621253579" sldId="261"/>
        </pc:sldMkLst>
        <pc:spChg chg="del">
          <ac:chgData name="Abdullahi Jibril" userId="6480ac2d-504c-45e1-bf13-1de5aaa07f9e" providerId="ADAL" clId="{667A45C4-D4BB-4466-A4F7-E9DFB1D9FE54}" dt="2025-11-18T11:20:46.071" v="66" actId="478"/>
          <ac:spMkLst>
            <pc:docMk/>
            <pc:sldMk cId="1621253579" sldId="261"/>
            <ac:spMk id="2" creationId="{9ED65190-52D7-38C8-DB63-F6C67C47E90D}"/>
          </ac:spMkLst>
        </pc:spChg>
        <pc:spChg chg="mod">
          <ac:chgData name="Abdullahi Jibril" userId="6480ac2d-504c-45e1-bf13-1de5aaa07f9e" providerId="ADAL" clId="{667A45C4-D4BB-4466-A4F7-E9DFB1D9FE54}" dt="2025-11-18T11:22:51.961" v="148" actId="5793"/>
          <ac:spMkLst>
            <pc:docMk/>
            <pc:sldMk cId="1621253579" sldId="261"/>
            <ac:spMk id="3" creationId="{C7E68F63-DF07-B9E6-DEA5-B40025583891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649" v="415" actId="47"/>
        <pc:sldMkLst>
          <pc:docMk/>
          <pc:sldMk cId="1313072178" sldId="262"/>
        </pc:sldMkLst>
        <pc:spChg chg="del">
          <ac:chgData name="Abdullahi Jibril" userId="6480ac2d-504c-45e1-bf13-1de5aaa07f9e" providerId="ADAL" clId="{667A45C4-D4BB-4466-A4F7-E9DFB1D9FE54}" dt="2025-11-18T11:22:58.102" v="150" actId="478"/>
          <ac:spMkLst>
            <pc:docMk/>
            <pc:sldMk cId="1313072178" sldId="262"/>
            <ac:spMk id="2" creationId="{7FAAA68D-7C0E-D900-2C15-B47E69962601}"/>
          </ac:spMkLst>
        </pc:spChg>
        <pc:spChg chg="mod">
          <ac:chgData name="Abdullahi Jibril" userId="6480ac2d-504c-45e1-bf13-1de5aaa07f9e" providerId="ADAL" clId="{667A45C4-D4BB-4466-A4F7-E9DFB1D9FE54}" dt="2025-11-18T11:23:36.221" v="172" actId="5793"/>
          <ac:spMkLst>
            <pc:docMk/>
            <pc:sldMk cId="1313072178" sldId="262"/>
            <ac:spMk id="3" creationId="{C60A6DF1-DCBD-03CC-E130-F7301A0D82B3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09:46:31.454" v="600" actId="14100"/>
        <pc:sldMkLst>
          <pc:docMk/>
          <pc:sldMk cId="1695825623" sldId="262"/>
        </pc:sldMkLst>
        <pc:spChg chg="del">
          <ac:chgData name="Abdullahi Jibril" userId="6480ac2d-504c-45e1-bf13-1de5aaa07f9e" providerId="ADAL" clId="{667A45C4-D4BB-4466-A4F7-E9DFB1D9FE54}" dt="2025-11-19T09:45:22.243" v="591" actId="478"/>
          <ac:spMkLst>
            <pc:docMk/>
            <pc:sldMk cId="1695825623" sldId="262"/>
            <ac:spMk id="2" creationId="{A25B1EB6-3F7B-4966-A647-6ECA9A030224}"/>
          </ac:spMkLst>
        </pc:spChg>
        <pc:spChg chg="mod">
          <ac:chgData name="Abdullahi Jibril" userId="6480ac2d-504c-45e1-bf13-1de5aaa07f9e" providerId="ADAL" clId="{667A45C4-D4BB-4466-A4F7-E9DFB1D9FE54}" dt="2025-11-19T09:46:31.454" v="600" actId="14100"/>
          <ac:spMkLst>
            <pc:docMk/>
            <pc:sldMk cId="1695825623" sldId="262"/>
            <ac:spMk id="3" creationId="{F5909C68-885A-0750-5F47-6EC3C01422DE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451" v="414" actId="47"/>
        <pc:sldMkLst>
          <pc:docMk/>
          <pc:sldMk cId="116831612" sldId="263"/>
        </pc:sldMkLst>
        <pc:spChg chg="del">
          <ac:chgData name="Abdullahi Jibril" userId="6480ac2d-504c-45e1-bf13-1de5aaa07f9e" providerId="ADAL" clId="{667A45C4-D4BB-4466-A4F7-E9DFB1D9FE54}" dt="2025-11-18T11:23:45.548" v="174" actId="478"/>
          <ac:spMkLst>
            <pc:docMk/>
            <pc:sldMk cId="116831612" sldId="263"/>
            <ac:spMk id="2" creationId="{A22436B0-DDB3-2BF9-EA11-AF82E68F4F6F}"/>
          </ac:spMkLst>
        </pc:spChg>
        <pc:spChg chg="mod">
          <ac:chgData name="Abdullahi Jibril" userId="6480ac2d-504c-45e1-bf13-1de5aaa07f9e" providerId="ADAL" clId="{667A45C4-D4BB-4466-A4F7-E9DFB1D9FE54}" dt="2025-11-18T11:24:02.058" v="187" actId="1076"/>
          <ac:spMkLst>
            <pc:docMk/>
            <pc:sldMk cId="116831612" sldId="263"/>
            <ac:spMk id="3" creationId="{B87F67B7-D3C4-AEAD-A9BB-C83CE126B1F1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09:48:51.350" v="621"/>
        <pc:sldMkLst>
          <pc:docMk/>
          <pc:sldMk cId="1121838227" sldId="263"/>
        </pc:sldMkLst>
        <pc:spChg chg="del">
          <ac:chgData name="Abdullahi Jibril" userId="6480ac2d-504c-45e1-bf13-1de5aaa07f9e" providerId="ADAL" clId="{667A45C4-D4BB-4466-A4F7-E9DFB1D9FE54}" dt="2025-11-19T09:46:41.680" v="602" actId="478"/>
          <ac:spMkLst>
            <pc:docMk/>
            <pc:sldMk cId="1121838227" sldId="263"/>
            <ac:spMk id="2" creationId="{8E606BE5-21A6-F5BE-D7A6-291B6DE1B167}"/>
          </ac:spMkLst>
        </pc:spChg>
        <pc:spChg chg="mod">
          <ac:chgData name="Abdullahi Jibril" userId="6480ac2d-504c-45e1-bf13-1de5aaa07f9e" providerId="ADAL" clId="{667A45C4-D4BB-4466-A4F7-E9DFB1D9FE54}" dt="2025-11-19T09:48:31.943" v="616" actId="14100"/>
          <ac:spMkLst>
            <pc:docMk/>
            <pc:sldMk cId="1121838227" sldId="263"/>
            <ac:spMk id="3" creationId="{13C56EA8-1D61-0553-BC35-0D261C6BCDA1}"/>
          </ac:spMkLst>
        </pc:spChg>
        <pc:spChg chg="add">
          <ac:chgData name="Abdullahi Jibril" userId="6480ac2d-504c-45e1-bf13-1de5aaa07f9e" providerId="ADAL" clId="{667A45C4-D4BB-4466-A4F7-E9DFB1D9FE54}" dt="2025-11-19T09:47:51.896" v="606" actId="26606"/>
          <ac:spMkLst>
            <pc:docMk/>
            <pc:sldMk cId="1121838227" sldId="263"/>
            <ac:spMk id="10" creationId="{35C3D674-3D59-4E93-80CA-0C0A9095E816}"/>
          </ac:spMkLst>
        </pc:spChg>
        <pc:spChg chg="add">
          <ac:chgData name="Abdullahi Jibril" userId="6480ac2d-504c-45e1-bf13-1de5aaa07f9e" providerId="ADAL" clId="{667A45C4-D4BB-4466-A4F7-E9DFB1D9FE54}" dt="2025-11-19T09:47:51.896" v="606" actId="26606"/>
          <ac:spMkLst>
            <pc:docMk/>
            <pc:sldMk cId="1121838227" sldId="263"/>
            <ac:spMk id="14" creationId="{EF2A81E1-BCBE-426B-8C09-33274E69409D}"/>
          </ac:spMkLst>
        </pc:spChg>
        <pc:picChg chg="add mod">
          <ac:chgData name="Abdullahi Jibril" userId="6480ac2d-504c-45e1-bf13-1de5aaa07f9e" providerId="ADAL" clId="{667A45C4-D4BB-4466-A4F7-E9DFB1D9FE54}" dt="2025-11-19T09:48:51.350" v="621"/>
          <ac:picMkLst>
            <pc:docMk/>
            <pc:sldMk cId="1121838227" sldId="263"/>
            <ac:picMk id="5" creationId="{D7C0CA11-DF67-2DD6-E05A-A04B852FF810}"/>
          </ac:picMkLst>
        </pc:picChg>
        <pc:picChg chg="add">
          <ac:chgData name="Abdullahi Jibril" userId="6480ac2d-504c-45e1-bf13-1de5aaa07f9e" providerId="ADAL" clId="{667A45C4-D4BB-4466-A4F7-E9DFB1D9FE54}" dt="2025-11-19T09:47:51.896" v="606" actId="26606"/>
          <ac:picMkLst>
            <pc:docMk/>
            <pc:sldMk cId="1121838227" sldId="263"/>
            <ac:picMk id="16" creationId="{39D1DDD4-5BB3-45BA-B9B3-06B62299AD79}"/>
          </ac:picMkLst>
        </pc:picChg>
        <pc:cxnChg chg="add">
          <ac:chgData name="Abdullahi Jibril" userId="6480ac2d-504c-45e1-bf13-1de5aaa07f9e" providerId="ADAL" clId="{667A45C4-D4BB-4466-A4F7-E9DFB1D9FE54}" dt="2025-11-19T09:47:51.896" v="606" actId="26606"/>
          <ac:cxnSpMkLst>
            <pc:docMk/>
            <pc:sldMk cId="1121838227" sldId="263"/>
            <ac:cxnSpMk id="12" creationId="{C884B8F8-FDC9-498B-9960-5D7260AFCB03}"/>
          </ac:cxnSpMkLst>
        </pc:cxnChg>
        <pc:cxnChg chg="add">
          <ac:chgData name="Abdullahi Jibril" userId="6480ac2d-504c-45e1-bf13-1de5aaa07f9e" providerId="ADAL" clId="{667A45C4-D4BB-4466-A4F7-E9DFB1D9FE54}" dt="2025-11-19T09:47:51.896" v="606" actId="26606"/>
          <ac:cxnSpMkLst>
            <pc:docMk/>
            <pc:sldMk cId="1121838227" sldId="263"/>
            <ac:cxnSpMk id="18" creationId="{A24DAE64-2302-42EA-8239-F2F0775CA5AD}"/>
          </ac:cxnSpMkLst>
        </pc:cxnChg>
      </pc:sldChg>
      <pc:sldChg chg="addSp delSp modSp new mod">
        <pc:chgData name="Abdullahi Jibril" userId="6480ac2d-504c-45e1-bf13-1de5aaa07f9e" providerId="ADAL" clId="{667A45C4-D4BB-4466-A4F7-E9DFB1D9FE54}" dt="2025-11-19T09:51:26.087" v="657" actId="14100"/>
        <pc:sldMkLst>
          <pc:docMk/>
          <pc:sldMk cId="331262388" sldId="264"/>
        </pc:sldMkLst>
        <pc:spChg chg="del">
          <ac:chgData name="Abdullahi Jibril" userId="6480ac2d-504c-45e1-bf13-1de5aaa07f9e" providerId="ADAL" clId="{667A45C4-D4BB-4466-A4F7-E9DFB1D9FE54}" dt="2025-11-19T09:49:02.011" v="623" actId="478"/>
          <ac:spMkLst>
            <pc:docMk/>
            <pc:sldMk cId="331262388" sldId="264"/>
            <ac:spMk id="2" creationId="{D225E636-AD3E-86C9-84AA-449313503218}"/>
          </ac:spMkLst>
        </pc:spChg>
        <pc:spChg chg="mod">
          <ac:chgData name="Abdullahi Jibril" userId="6480ac2d-504c-45e1-bf13-1de5aaa07f9e" providerId="ADAL" clId="{667A45C4-D4BB-4466-A4F7-E9DFB1D9FE54}" dt="2025-11-19T09:49:43.044" v="632" actId="5793"/>
          <ac:spMkLst>
            <pc:docMk/>
            <pc:sldMk cId="331262388" sldId="264"/>
            <ac:spMk id="3" creationId="{5AF4C2C5-7C02-5931-FDDA-E1C1CF2FEF20}"/>
          </ac:spMkLst>
        </pc:spChg>
        <pc:picChg chg="add mod">
          <ac:chgData name="Abdullahi Jibril" userId="6480ac2d-504c-45e1-bf13-1de5aaa07f9e" providerId="ADAL" clId="{667A45C4-D4BB-4466-A4F7-E9DFB1D9FE54}" dt="2025-11-19T09:51:26.087" v="657" actId="14100"/>
          <ac:picMkLst>
            <pc:docMk/>
            <pc:sldMk cId="331262388" sldId="264"/>
            <ac:picMk id="5" creationId="{76A75D42-E5E8-BB08-83F9-F739AAF44BC1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3.268" v="413" actId="47"/>
        <pc:sldMkLst>
          <pc:docMk/>
          <pc:sldMk cId="3672661728" sldId="264"/>
        </pc:sldMkLst>
        <pc:spChg chg="del">
          <ac:chgData name="Abdullahi Jibril" userId="6480ac2d-504c-45e1-bf13-1de5aaa07f9e" providerId="ADAL" clId="{667A45C4-D4BB-4466-A4F7-E9DFB1D9FE54}" dt="2025-11-18T11:25:28.854" v="189" actId="478"/>
          <ac:spMkLst>
            <pc:docMk/>
            <pc:sldMk cId="3672661728" sldId="264"/>
            <ac:spMk id="2" creationId="{40199634-56A3-5073-18D5-634D2618BDAB}"/>
          </ac:spMkLst>
        </pc:spChg>
        <pc:spChg chg="mod">
          <ac:chgData name="Abdullahi Jibril" userId="6480ac2d-504c-45e1-bf13-1de5aaa07f9e" providerId="ADAL" clId="{667A45C4-D4BB-4466-A4F7-E9DFB1D9FE54}" dt="2025-11-18T11:25:46.189" v="204" actId="14100"/>
          <ac:spMkLst>
            <pc:docMk/>
            <pc:sldMk cId="3672661728" sldId="264"/>
            <ac:spMk id="3" creationId="{7BD7A920-1065-B13B-3EA2-E3C47CCDB89F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083" v="412" actId="47"/>
        <pc:sldMkLst>
          <pc:docMk/>
          <pc:sldMk cId="454473064" sldId="265"/>
        </pc:sldMkLst>
        <pc:spChg chg="del">
          <ac:chgData name="Abdullahi Jibril" userId="6480ac2d-504c-45e1-bf13-1de5aaa07f9e" providerId="ADAL" clId="{667A45C4-D4BB-4466-A4F7-E9DFB1D9FE54}" dt="2025-11-18T11:25:51.314" v="206" actId="478"/>
          <ac:spMkLst>
            <pc:docMk/>
            <pc:sldMk cId="454473064" sldId="265"/>
            <ac:spMk id="2" creationId="{7F0882A7-E138-1995-9D04-3B8896466BD2}"/>
          </ac:spMkLst>
        </pc:spChg>
        <pc:spChg chg="mod">
          <ac:chgData name="Abdullahi Jibril" userId="6480ac2d-504c-45e1-bf13-1de5aaa07f9e" providerId="ADAL" clId="{667A45C4-D4BB-4466-A4F7-E9DFB1D9FE54}" dt="2025-11-18T11:26:32.391" v="219" actId="14100"/>
          <ac:spMkLst>
            <pc:docMk/>
            <pc:sldMk cId="454473064" sldId="265"/>
            <ac:spMk id="3" creationId="{FEB957C7-574C-B27D-51D8-6A3A5704A1EA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19T09:56:10.294" v="697" actId="1076"/>
        <pc:sldMkLst>
          <pc:docMk/>
          <pc:sldMk cId="3265217795" sldId="265"/>
        </pc:sldMkLst>
        <pc:spChg chg="del">
          <ac:chgData name="Abdullahi Jibril" userId="6480ac2d-504c-45e1-bf13-1de5aaa07f9e" providerId="ADAL" clId="{667A45C4-D4BB-4466-A4F7-E9DFB1D9FE54}" dt="2025-11-19T09:51:32.213" v="659" actId="478"/>
          <ac:spMkLst>
            <pc:docMk/>
            <pc:sldMk cId="3265217795" sldId="265"/>
            <ac:spMk id="2" creationId="{7DD8F9FA-CD3D-21B1-B1E2-B0C269CDF79A}"/>
          </ac:spMkLst>
        </pc:spChg>
        <pc:spChg chg="mod">
          <ac:chgData name="Abdullahi Jibril" userId="6480ac2d-504c-45e1-bf13-1de5aaa07f9e" providerId="ADAL" clId="{667A45C4-D4BB-4466-A4F7-E9DFB1D9FE54}" dt="2025-11-19T09:52:21.093" v="677" actId="1076"/>
          <ac:spMkLst>
            <pc:docMk/>
            <pc:sldMk cId="3265217795" sldId="265"/>
            <ac:spMk id="3" creationId="{2B500CB5-08B1-300F-88C7-6D6852360C7E}"/>
          </ac:spMkLst>
        </pc:spChg>
        <pc:picChg chg="add del mod">
          <ac:chgData name="Abdullahi Jibril" userId="6480ac2d-504c-45e1-bf13-1de5aaa07f9e" providerId="ADAL" clId="{667A45C4-D4BB-4466-A4F7-E9DFB1D9FE54}" dt="2025-11-19T09:53:58.083" v="683" actId="21"/>
          <ac:picMkLst>
            <pc:docMk/>
            <pc:sldMk cId="3265217795" sldId="265"/>
            <ac:picMk id="5" creationId="{4F03F09B-98DC-4877-C9A6-F45C268C8583}"/>
          </ac:picMkLst>
        </pc:picChg>
        <pc:picChg chg="add mod">
          <ac:chgData name="Abdullahi Jibril" userId="6480ac2d-504c-45e1-bf13-1de5aaa07f9e" providerId="ADAL" clId="{667A45C4-D4BB-4466-A4F7-E9DFB1D9FE54}" dt="2025-11-19T09:56:10.294" v="697" actId="1076"/>
          <ac:picMkLst>
            <pc:docMk/>
            <pc:sldMk cId="3265217795" sldId="265"/>
            <ac:picMk id="6" creationId="{4F03F09B-98DC-4877-C9A6-F45C268C8583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2.912" v="411" actId="47"/>
        <pc:sldMkLst>
          <pc:docMk/>
          <pc:sldMk cId="4052929306" sldId="266"/>
        </pc:sldMkLst>
        <pc:spChg chg="del">
          <ac:chgData name="Abdullahi Jibril" userId="6480ac2d-504c-45e1-bf13-1de5aaa07f9e" providerId="ADAL" clId="{667A45C4-D4BB-4466-A4F7-E9DFB1D9FE54}" dt="2025-11-18T11:26:37.996" v="221" actId="478"/>
          <ac:spMkLst>
            <pc:docMk/>
            <pc:sldMk cId="4052929306" sldId="266"/>
            <ac:spMk id="2" creationId="{6B6E2F65-5BE7-FB49-477A-E01DAEEEE6D2}"/>
          </ac:spMkLst>
        </pc:spChg>
        <pc:spChg chg="mod">
          <ac:chgData name="Abdullahi Jibril" userId="6480ac2d-504c-45e1-bf13-1de5aaa07f9e" providerId="ADAL" clId="{667A45C4-D4BB-4466-A4F7-E9DFB1D9FE54}" dt="2025-11-18T11:27:01.338" v="245" actId="14100"/>
          <ac:spMkLst>
            <pc:docMk/>
            <pc:sldMk cId="4052929306" sldId="266"/>
            <ac:spMk id="3" creationId="{7CEDAF3E-54B9-823C-59CB-8FA0AE39A84A}"/>
          </ac:spMkLst>
        </pc:spChg>
      </pc:sldChg>
      <pc:sldChg chg="addSp delSp modSp new del mod setBg">
        <pc:chgData name="Abdullahi Jibril" userId="6480ac2d-504c-45e1-bf13-1de5aaa07f9e" providerId="ADAL" clId="{667A45C4-D4BB-4466-A4F7-E9DFB1D9FE54}" dt="2025-11-19T09:56:18.496" v="698" actId="47"/>
        <pc:sldMkLst>
          <pc:docMk/>
          <pc:sldMk cId="4225694395" sldId="266"/>
        </pc:sldMkLst>
        <pc:spChg chg="del">
          <ac:chgData name="Abdullahi Jibril" userId="6480ac2d-504c-45e1-bf13-1de5aaa07f9e" providerId="ADAL" clId="{667A45C4-D4BB-4466-A4F7-E9DFB1D9FE54}" dt="2025-11-19T09:54:01.833" v="684" actId="478"/>
          <ac:spMkLst>
            <pc:docMk/>
            <pc:sldMk cId="4225694395" sldId="266"/>
            <ac:spMk id="2" creationId="{01D2AD2A-342A-55DF-0BBD-65862B55D5DE}"/>
          </ac:spMkLst>
        </pc:spChg>
        <pc:spChg chg="del">
          <ac:chgData name="Abdullahi Jibril" userId="6480ac2d-504c-45e1-bf13-1de5aaa07f9e" providerId="ADAL" clId="{667A45C4-D4BB-4466-A4F7-E9DFB1D9FE54}" dt="2025-11-19T09:54:03.963" v="685" actId="478"/>
          <ac:spMkLst>
            <pc:docMk/>
            <pc:sldMk cId="4225694395" sldId="266"/>
            <ac:spMk id="3" creationId="{478A3D15-9DD8-3DCE-A5B4-A91C31D885CD}"/>
          </ac:spMkLst>
        </pc:spChg>
        <pc:spChg chg="add mod">
          <ac:chgData name="Abdullahi Jibril" userId="6480ac2d-504c-45e1-bf13-1de5aaa07f9e" providerId="ADAL" clId="{667A45C4-D4BB-4466-A4F7-E9DFB1D9FE54}" dt="2025-11-19T09:54:32.077" v="693" actId="14100"/>
          <ac:spMkLst>
            <pc:docMk/>
            <pc:sldMk cId="4225694395" sldId="266"/>
            <ac:spMk id="6" creationId="{0E13668C-91DA-BA78-E3D7-27CFC156D4BF}"/>
          </ac:spMkLst>
        </pc:spChg>
        <pc:spChg chg="add del">
          <ac:chgData name="Abdullahi Jibril" userId="6480ac2d-504c-45e1-bf13-1de5aaa07f9e" providerId="ADAL" clId="{667A45C4-D4BB-4466-A4F7-E9DFB1D9FE54}" dt="2025-11-19T09:54:07.643" v="688" actId="26606"/>
          <ac:spMkLst>
            <pc:docMk/>
            <pc:sldMk cId="4225694395" sldId="266"/>
            <ac:spMk id="10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09:54:07.643" v="688" actId="26606"/>
          <ac:spMkLst>
            <pc:docMk/>
            <pc:sldMk cId="4225694395" sldId="266"/>
            <ac:spMk id="16" creationId="{B6E6531A-0776-43BA-A852-5FB5C77534D5}"/>
          </ac:spMkLst>
        </pc:spChg>
        <pc:spChg chg="add del">
          <ac:chgData name="Abdullahi Jibril" userId="6480ac2d-504c-45e1-bf13-1de5aaa07f9e" providerId="ADAL" clId="{667A45C4-D4BB-4466-A4F7-E9DFB1D9FE54}" dt="2025-11-19T09:54:07.643" v="688" actId="26606"/>
          <ac:spMkLst>
            <pc:docMk/>
            <pc:sldMk cId="4225694395" sldId="266"/>
            <ac:spMk id="18" creationId="{F8C5273F-2B84-46BF-A94F-1A20E13B3AA1}"/>
          </ac:spMkLst>
        </pc:spChg>
        <pc:spChg chg="add">
          <ac:chgData name="Abdullahi Jibril" userId="6480ac2d-504c-45e1-bf13-1de5aaa07f9e" providerId="ADAL" clId="{667A45C4-D4BB-4466-A4F7-E9DFB1D9FE54}" dt="2025-11-19T09:54:07.672" v="689" actId="26606"/>
          <ac:spMkLst>
            <pc:docMk/>
            <pc:sldMk cId="4225694395" sldId="266"/>
            <ac:spMk id="20" creationId="{CDDE5CDF-1512-4CDA-B956-23D223F8DE44}"/>
          </ac:spMkLst>
        </pc:spChg>
        <pc:spChg chg="add">
          <ac:chgData name="Abdullahi Jibril" userId="6480ac2d-504c-45e1-bf13-1de5aaa07f9e" providerId="ADAL" clId="{667A45C4-D4BB-4466-A4F7-E9DFB1D9FE54}" dt="2025-11-19T09:54:07.672" v="689" actId="26606"/>
          <ac:spMkLst>
            <pc:docMk/>
            <pc:sldMk cId="4225694395" sldId="266"/>
            <ac:spMk id="23" creationId="{F1176DA6-4BBF-42A4-9C94-E6613CCD6B37}"/>
          </ac:spMkLst>
        </pc:spChg>
        <pc:spChg chg="add">
          <ac:chgData name="Abdullahi Jibril" userId="6480ac2d-504c-45e1-bf13-1de5aaa07f9e" providerId="ADAL" clId="{667A45C4-D4BB-4466-A4F7-E9DFB1D9FE54}" dt="2025-11-19T09:54:07.672" v="689" actId="26606"/>
          <ac:spMkLst>
            <pc:docMk/>
            <pc:sldMk cId="4225694395" sldId="266"/>
            <ac:spMk id="24" creationId="{99AAB0AE-172B-4FB4-80C2-86CD6B824220}"/>
          </ac:spMkLst>
        </pc:spChg>
        <pc:picChg chg="add del mod modCrop">
          <ac:chgData name="Abdullahi Jibril" userId="6480ac2d-504c-45e1-bf13-1de5aaa07f9e" providerId="ADAL" clId="{667A45C4-D4BB-4466-A4F7-E9DFB1D9FE54}" dt="2025-11-19T09:56:04.738" v="695" actId="21"/>
          <ac:picMkLst>
            <pc:docMk/>
            <pc:sldMk cId="4225694395" sldId="266"/>
            <ac:picMk id="5" creationId="{4F03F09B-98DC-4877-C9A6-F45C268C8583}"/>
          </ac:picMkLst>
        </pc:picChg>
        <pc:picChg chg="add del">
          <ac:chgData name="Abdullahi Jibril" userId="6480ac2d-504c-45e1-bf13-1de5aaa07f9e" providerId="ADAL" clId="{667A45C4-D4BB-4466-A4F7-E9DFB1D9FE54}" dt="2025-11-19T09:54:07.643" v="688" actId="26606"/>
          <ac:picMkLst>
            <pc:docMk/>
            <pc:sldMk cId="4225694395" sldId="266"/>
            <ac:picMk id="12" creationId="{B029D7D8-5A6B-4C76-94C8-15798C6C5ADB}"/>
          </ac:picMkLst>
        </pc:picChg>
        <pc:picChg chg="add">
          <ac:chgData name="Abdullahi Jibril" userId="6480ac2d-504c-45e1-bf13-1de5aaa07f9e" providerId="ADAL" clId="{667A45C4-D4BB-4466-A4F7-E9DFB1D9FE54}" dt="2025-11-19T09:54:07.672" v="689" actId="26606"/>
          <ac:picMkLst>
            <pc:docMk/>
            <pc:sldMk cId="4225694395" sldId="266"/>
            <ac:picMk id="21" creationId="{B029D7D8-5A6B-4C76-94C8-15798C6C5ADB}"/>
          </ac:picMkLst>
        </pc:picChg>
        <pc:cxnChg chg="add del">
          <ac:chgData name="Abdullahi Jibril" userId="6480ac2d-504c-45e1-bf13-1de5aaa07f9e" providerId="ADAL" clId="{667A45C4-D4BB-4466-A4F7-E9DFB1D9FE54}" dt="2025-11-19T09:54:07.643" v="688" actId="26606"/>
          <ac:cxnSpMkLst>
            <pc:docMk/>
            <pc:sldMk cId="4225694395" sldId="266"/>
            <ac:cxnSpMk id="14" creationId="{A5C9319C-E20D-4884-952F-60B6A58C3E34}"/>
          </ac:cxnSpMkLst>
        </pc:cxnChg>
        <pc:cxnChg chg="add">
          <ac:chgData name="Abdullahi Jibril" userId="6480ac2d-504c-45e1-bf13-1de5aaa07f9e" providerId="ADAL" clId="{667A45C4-D4BB-4466-A4F7-E9DFB1D9FE54}" dt="2025-11-19T09:54:07.672" v="689" actId="26606"/>
          <ac:cxnSpMkLst>
            <pc:docMk/>
            <pc:sldMk cId="4225694395" sldId="266"/>
            <ac:cxnSpMk id="22" creationId="{A5C9319C-E20D-4884-952F-60B6A58C3E34}"/>
          </ac:cxnSpMkLst>
        </pc:cxnChg>
      </pc:sldChg>
      <pc:sldChg chg="addSp delSp modSp new mod">
        <pc:chgData name="Abdullahi Jibril" userId="6480ac2d-504c-45e1-bf13-1de5aaa07f9e" providerId="ADAL" clId="{667A45C4-D4BB-4466-A4F7-E9DFB1D9FE54}" dt="2025-11-19T09:57:30.522" v="713" actId="1076"/>
        <pc:sldMkLst>
          <pc:docMk/>
          <pc:sldMk cId="797109528" sldId="267"/>
        </pc:sldMkLst>
        <pc:spChg chg="del">
          <ac:chgData name="Abdullahi Jibril" userId="6480ac2d-504c-45e1-bf13-1de5aaa07f9e" providerId="ADAL" clId="{667A45C4-D4BB-4466-A4F7-E9DFB1D9FE54}" dt="2025-11-19T09:56:23.421" v="699" actId="478"/>
          <ac:spMkLst>
            <pc:docMk/>
            <pc:sldMk cId="797109528" sldId="267"/>
            <ac:spMk id="2" creationId="{89B08374-FD5B-717D-9FA9-BF69DD6D4C4B}"/>
          </ac:spMkLst>
        </pc:spChg>
        <pc:spChg chg="mod">
          <ac:chgData name="Abdullahi Jibril" userId="6480ac2d-504c-45e1-bf13-1de5aaa07f9e" providerId="ADAL" clId="{667A45C4-D4BB-4466-A4F7-E9DFB1D9FE54}" dt="2025-11-19T09:57:03.626" v="708" actId="1076"/>
          <ac:spMkLst>
            <pc:docMk/>
            <pc:sldMk cId="797109528" sldId="267"/>
            <ac:spMk id="3" creationId="{B1F53EA5-BCEC-9B9A-2551-B2E78E2A218A}"/>
          </ac:spMkLst>
        </pc:spChg>
        <pc:picChg chg="add mod modCrop">
          <ac:chgData name="Abdullahi Jibril" userId="6480ac2d-504c-45e1-bf13-1de5aaa07f9e" providerId="ADAL" clId="{667A45C4-D4BB-4466-A4F7-E9DFB1D9FE54}" dt="2025-11-19T09:57:30.522" v="713" actId="1076"/>
          <ac:picMkLst>
            <pc:docMk/>
            <pc:sldMk cId="797109528" sldId="267"/>
            <ac:picMk id="5" creationId="{56051E15-1515-4CC6-7CF5-534D965FE33C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2.696" v="410" actId="47"/>
        <pc:sldMkLst>
          <pc:docMk/>
          <pc:sldMk cId="1729695958" sldId="267"/>
        </pc:sldMkLst>
        <pc:spChg chg="del">
          <ac:chgData name="Abdullahi Jibril" userId="6480ac2d-504c-45e1-bf13-1de5aaa07f9e" providerId="ADAL" clId="{667A45C4-D4BB-4466-A4F7-E9DFB1D9FE54}" dt="2025-11-18T11:27:08.045" v="247" actId="478"/>
          <ac:spMkLst>
            <pc:docMk/>
            <pc:sldMk cId="1729695958" sldId="267"/>
            <ac:spMk id="2" creationId="{394A855D-0D62-3D13-015B-92CE227F5801}"/>
          </ac:spMkLst>
        </pc:spChg>
        <pc:spChg chg="mod">
          <ac:chgData name="Abdullahi Jibril" userId="6480ac2d-504c-45e1-bf13-1de5aaa07f9e" providerId="ADAL" clId="{667A45C4-D4BB-4466-A4F7-E9DFB1D9FE54}" dt="2025-11-18T11:27:26.278" v="269" actId="5793"/>
          <ac:spMkLst>
            <pc:docMk/>
            <pc:sldMk cId="1729695958" sldId="267"/>
            <ac:spMk id="3" creationId="{687A31A0-CD80-EF69-2C6C-A6AFC949C97F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2.476" v="409" actId="47"/>
        <pc:sldMkLst>
          <pc:docMk/>
          <pc:sldMk cId="552607295" sldId="268"/>
        </pc:sldMkLst>
        <pc:spChg chg="del">
          <ac:chgData name="Abdullahi Jibril" userId="6480ac2d-504c-45e1-bf13-1de5aaa07f9e" providerId="ADAL" clId="{667A45C4-D4BB-4466-A4F7-E9DFB1D9FE54}" dt="2025-11-18T11:27:36.012" v="271" actId="478"/>
          <ac:spMkLst>
            <pc:docMk/>
            <pc:sldMk cId="552607295" sldId="268"/>
            <ac:spMk id="2" creationId="{01A6C4A0-3066-8A32-8425-5ABEB8CDE038}"/>
          </ac:spMkLst>
        </pc:spChg>
        <pc:spChg chg="mod">
          <ac:chgData name="Abdullahi Jibril" userId="6480ac2d-504c-45e1-bf13-1de5aaa07f9e" providerId="ADAL" clId="{667A45C4-D4BB-4466-A4F7-E9DFB1D9FE54}" dt="2025-11-18T11:27:59.377" v="294" actId="255"/>
          <ac:spMkLst>
            <pc:docMk/>
            <pc:sldMk cId="552607295" sldId="268"/>
            <ac:spMk id="3" creationId="{FB8DB785-C886-6443-58C0-242E4F09AB0C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09:58:26.701" v="728" actId="14100"/>
        <pc:sldMkLst>
          <pc:docMk/>
          <pc:sldMk cId="1780927612" sldId="268"/>
        </pc:sldMkLst>
        <pc:spChg chg="del">
          <ac:chgData name="Abdullahi Jibril" userId="6480ac2d-504c-45e1-bf13-1de5aaa07f9e" providerId="ADAL" clId="{667A45C4-D4BB-4466-A4F7-E9DFB1D9FE54}" dt="2025-11-19T09:57:51.200" v="715" actId="478"/>
          <ac:spMkLst>
            <pc:docMk/>
            <pc:sldMk cId="1780927612" sldId="268"/>
            <ac:spMk id="2" creationId="{8ABCBC86-5765-4238-0859-0820F73FAAEC}"/>
          </ac:spMkLst>
        </pc:spChg>
        <pc:spChg chg="mod">
          <ac:chgData name="Abdullahi Jibril" userId="6480ac2d-504c-45e1-bf13-1de5aaa07f9e" providerId="ADAL" clId="{667A45C4-D4BB-4466-A4F7-E9DFB1D9FE54}" dt="2025-11-19T09:58:26.701" v="728" actId="14100"/>
          <ac:spMkLst>
            <pc:docMk/>
            <pc:sldMk cId="1780927612" sldId="268"/>
            <ac:spMk id="3" creationId="{22824A7C-3542-BF0F-7F4F-F9E9557F75DF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16.240" v="406" actId="2696"/>
        <pc:sldMkLst>
          <pc:docMk/>
          <pc:sldMk cId="206434684" sldId="269"/>
        </pc:sldMkLst>
        <pc:spChg chg="del">
          <ac:chgData name="Abdullahi Jibril" userId="6480ac2d-504c-45e1-bf13-1de5aaa07f9e" providerId="ADAL" clId="{667A45C4-D4BB-4466-A4F7-E9DFB1D9FE54}" dt="2025-11-18T11:28:08.394" v="296" actId="478"/>
          <ac:spMkLst>
            <pc:docMk/>
            <pc:sldMk cId="206434684" sldId="269"/>
            <ac:spMk id="2" creationId="{AEEC4E79-EF07-D28C-C6AD-469CF5DA3983}"/>
          </ac:spMkLst>
        </pc:spChg>
        <pc:spChg chg="mod">
          <ac:chgData name="Abdullahi Jibril" userId="6480ac2d-504c-45e1-bf13-1de5aaa07f9e" providerId="ADAL" clId="{667A45C4-D4BB-4466-A4F7-E9DFB1D9FE54}" dt="2025-11-18T11:28:30.411" v="319" actId="255"/>
          <ac:spMkLst>
            <pc:docMk/>
            <pc:sldMk cId="206434684" sldId="269"/>
            <ac:spMk id="3" creationId="{76696846-DCAD-71F9-00B9-BB80C19845EA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19T10:00:37.564" v="748" actId="21"/>
        <pc:sldMkLst>
          <pc:docMk/>
          <pc:sldMk cId="3442937697" sldId="269"/>
        </pc:sldMkLst>
        <pc:spChg chg="del">
          <ac:chgData name="Abdullahi Jibril" userId="6480ac2d-504c-45e1-bf13-1de5aaa07f9e" providerId="ADAL" clId="{667A45C4-D4BB-4466-A4F7-E9DFB1D9FE54}" dt="2025-11-19T09:58:32.564" v="730" actId="478"/>
          <ac:spMkLst>
            <pc:docMk/>
            <pc:sldMk cId="3442937697" sldId="269"/>
            <ac:spMk id="2" creationId="{4DC18C7B-A770-8C5C-51AE-73ACB4508845}"/>
          </ac:spMkLst>
        </pc:spChg>
        <pc:spChg chg="mod">
          <ac:chgData name="Abdullahi Jibril" userId="6480ac2d-504c-45e1-bf13-1de5aaa07f9e" providerId="ADAL" clId="{667A45C4-D4BB-4466-A4F7-E9DFB1D9FE54}" dt="2025-11-19T09:58:57.346" v="740" actId="1076"/>
          <ac:spMkLst>
            <pc:docMk/>
            <pc:sldMk cId="3442937697" sldId="269"/>
            <ac:spMk id="3" creationId="{9B80DB19-72AA-B705-971F-B3530F793F6A}"/>
          </ac:spMkLst>
        </pc:spChg>
        <pc:picChg chg="add del mod">
          <ac:chgData name="Abdullahi Jibril" userId="6480ac2d-504c-45e1-bf13-1de5aaa07f9e" providerId="ADAL" clId="{667A45C4-D4BB-4466-A4F7-E9DFB1D9FE54}" dt="2025-11-19T10:00:37.564" v="748" actId="21"/>
          <ac:picMkLst>
            <pc:docMk/>
            <pc:sldMk cId="3442937697" sldId="269"/>
            <ac:picMk id="5" creationId="{1C11EDD3-5D96-8477-18BF-DD1279E4C54D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2.058" v="408" actId="47"/>
        <pc:sldMkLst>
          <pc:docMk/>
          <pc:sldMk cId="2293916835" sldId="270"/>
        </pc:sldMkLst>
        <pc:spChg chg="del">
          <ac:chgData name="Abdullahi Jibril" userId="6480ac2d-504c-45e1-bf13-1de5aaa07f9e" providerId="ADAL" clId="{667A45C4-D4BB-4466-A4F7-E9DFB1D9FE54}" dt="2025-11-18T11:28:36.762" v="321" actId="478"/>
          <ac:spMkLst>
            <pc:docMk/>
            <pc:sldMk cId="2293916835" sldId="270"/>
            <ac:spMk id="2" creationId="{9F045788-C6F7-BAA4-3126-FD98E6D44F96}"/>
          </ac:spMkLst>
        </pc:spChg>
        <pc:spChg chg="mod">
          <ac:chgData name="Abdullahi Jibril" userId="6480ac2d-504c-45e1-bf13-1de5aaa07f9e" providerId="ADAL" clId="{667A45C4-D4BB-4466-A4F7-E9DFB1D9FE54}" dt="2025-11-18T11:29:12.311" v="349" actId="14100"/>
          <ac:spMkLst>
            <pc:docMk/>
            <pc:sldMk cId="2293916835" sldId="270"/>
            <ac:spMk id="3" creationId="{56C825CF-1A9E-32F4-08AE-19A42B10D1E5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10:01:00.019" v="753" actId="14100"/>
        <pc:sldMkLst>
          <pc:docMk/>
          <pc:sldMk cId="3695003727" sldId="270"/>
        </pc:sldMkLst>
        <pc:spChg chg="del">
          <ac:chgData name="Abdullahi Jibril" userId="6480ac2d-504c-45e1-bf13-1de5aaa07f9e" providerId="ADAL" clId="{667A45C4-D4BB-4466-A4F7-E9DFB1D9FE54}" dt="2025-11-19T10:00:28.292" v="746" actId="478"/>
          <ac:spMkLst>
            <pc:docMk/>
            <pc:sldMk cId="3695003727" sldId="270"/>
            <ac:spMk id="2" creationId="{AF1DC06F-BA50-8019-198C-942712475F5F}"/>
          </ac:spMkLst>
        </pc:spChg>
        <pc:spChg chg="del">
          <ac:chgData name="Abdullahi Jibril" userId="6480ac2d-504c-45e1-bf13-1de5aaa07f9e" providerId="ADAL" clId="{667A45C4-D4BB-4466-A4F7-E9DFB1D9FE54}" dt="2025-11-19T10:00:32.222" v="747" actId="478"/>
          <ac:spMkLst>
            <pc:docMk/>
            <pc:sldMk cId="3695003727" sldId="270"/>
            <ac:spMk id="3" creationId="{65ABB491-77B3-131D-1CCE-69931303811D}"/>
          </ac:spMkLst>
        </pc:spChg>
        <pc:spChg chg="add mod">
          <ac:chgData name="Abdullahi Jibril" userId="6480ac2d-504c-45e1-bf13-1de5aaa07f9e" providerId="ADAL" clId="{667A45C4-D4BB-4466-A4F7-E9DFB1D9FE54}" dt="2025-11-19T10:01:00.019" v="753" actId="14100"/>
          <ac:spMkLst>
            <pc:docMk/>
            <pc:sldMk cId="3695003727" sldId="270"/>
            <ac:spMk id="6" creationId="{CFF77AF6-B143-4906-207F-B1E826FBA7E0}"/>
          </ac:spMkLst>
        </pc:spChg>
        <pc:spChg chg="add">
          <ac:chgData name="Abdullahi Jibril" userId="6480ac2d-504c-45e1-bf13-1de5aaa07f9e" providerId="ADAL" clId="{667A45C4-D4BB-4466-A4F7-E9DFB1D9FE54}" dt="2025-11-19T10:00:41.924" v="750" actId="26606"/>
          <ac:spMkLst>
            <pc:docMk/>
            <pc:sldMk cId="3695003727" sldId="270"/>
            <ac:spMk id="10" creationId="{CDDE5CDF-1512-4CDA-B956-23D223F8DE44}"/>
          </ac:spMkLst>
        </pc:spChg>
        <pc:spChg chg="add">
          <ac:chgData name="Abdullahi Jibril" userId="6480ac2d-504c-45e1-bf13-1de5aaa07f9e" providerId="ADAL" clId="{667A45C4-D4BB-4466-A4F7-E9DFB1D9FE54}" dt="2025-11-19T10:00:41.924" v="750" actId="26606"/>
          <ac:spMkLst>
            <pc:docMk/>
            <pc:sldMk cId="3695003727" sldId="270"/>
            <ac:spMk id="16" creationId="{F1176DA6-4BBF-42A4-9C94-E6613CCD6B37}"/>
          </ac:spMkLst>
        </pc:spChg>
        <pc:spChg chg="add">
          <ac:chgData name="Abdullahi Jibril" userId="6480ac2d-504c-45e1-bf13-1de5aaa07f9e" providerId="ADAL" clId="{667A45C4-D4BB-4466-A4F7-E9DFB1D9FE54}" dt="2025-11-19T10:00:41.924" v="750" actId="26606"/>
          <ac:spMkLst>
            <pc:docMk/>
            <pc:sldMk cId="3695003727" sldId="270"/>
            <ac:spMk id="18" creationId="{99AAB0AE-172B-4FB4-80C2-86CD6B824220}"/>
          </ac:spMkLst>
        </pc:spChg>
        <pc:picChg chg="add mod">
          <ac:chgData name="Abdullahi Jibril" userId="6480ac2d-504c-45e1-bf13-1de5aaa07f9e" providerId="ADAL" clId="{667A45C4-D4BB-4466-A4F7-E9DFB1D9FE54}" dt="2025-11-19T10:00:41.924" v="750" actId="26606"/>
          <ac:picMkLst>
            <pc:docMk/>
            <pc:sldMk cId="3695003727" sldId="270"/>
            <ac:picMk id="5" creationId="{1C11EDD3-5D96-8477-18BF-DD1279E4C54D}"/>
          </ac:picMkLst>
        </pc:picChg>
        <pc:picChg chg="add">
          <ac:chgData name="Abdullahi Jibril" userId="6480ac2d-504c-45e1-bf13-1de5aaa07f9e" providerId="ADAL" clId="{667A45C4-D4BB-4466-A4F7-E9DFB1D9FE54}" dt="2025-11-19T10:00:41.924" v="750" actId="26606"/>
          <ac:picMkLst>
            <pc:docMk/>
            <pc:sldMk cId="3695003727" sldId="270"/>
            <ac:picMk id="12" creationId="{B029D7D8-5A6B-4C76-94C8-15798C6C5ADB}"/>
          </ac:picMkLst>
        </pc:picChg>
        <pc:cxnChg chg="add">
          <ac:chgData name="Abdullahi Jibril" userId="6480ac2d-504c-45e1-bf13-1de5aaa07f9e" providerId="ADAL" clId="{667A45C4-D4BB-4466-A4F7-E9DFB1D9FE54}" dt="2025-11-19T10:00:41.924" v="750" actId="26606"/>
          <ac:cxnSpMkLst>
            <pc:docMk/>
            <pc:sldMk cId="3695003727" sldId="270"/>
            <ac:cxnSpMk id="14" creationId="{A5C9319C-E20D-4884-952F-60B6A58C3E34}"/>
          </ac:cxnSpMkLst>
        </pc:cxnChg>
      </pc:sldChg>
      <pc:sldChg chg="delSp modSp new del mod">
        <pc:chgData name="Abdullahi Jibril" userId="6480ac2d-504c-45e1-bf13-1de5aaa07f9e" providerId="ADAL" clId="{667A45C4-D4BB-4466-A4F7-E9DFB1D9FE54}" dt="2025-11-19T09:34:07.086" v="405" actId="2696"/>
        <pc:sldMkLst>
          <pc:docMk/>
          <pc:sldMk cId="2486208428" sldId="271"/>
        </pc:sldMkLst>
        <pc:spChg chg="del">
          <ac:chgData name="Abdullahi Jibril" userId="6480ac2d-504c-45e1-bf13-1de5aaa07f9e" providerId="ADAL" clId="{667A45C4-D4BB-4466-A4F7-E9DFB1D9FE54}" dt="2025-11-18T11:29:25.903" v="353" actId="478"/>
          <ac:spMkLst>
            <pc:docMk/>
            <pc:sldMk cId="2486208428" sldId="271"/>
            <ac:spMk id="2" creationId="{175EABAD-F4A1-7E91-EC36-4497978102F1}"/>
          </ac:spMkLst>
        </pc:spChg>
        <pc:spChg chg="mod">
          <ac:chgData name="Abdullahi Jibril" userId="6480ac2d-504c-45e1-bf13-1de5aaa07f9e" providerId="ADAL" clId="{667A45C4-D4BB-4466-A4F7-E9DFB1D9FE54}" dt="2025-11-18T11:29:51.224" v="375" actId="14100"/>
          <ac:spMkLst>
            <pc:docMk/>
            <pc:sldMk cId="2486208428" sldId="271"/>
            <ac:spMk id="3" creationId="{78B13407-8755-504F-5E90-EADA7D94B791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01:46.123" v="767" actId="5793"/>
        <pc:sldMkLst>
          <pc:docMk/>
          <pc:sldMk cId="3290468225" sldId="271"/>
        </pc:sldMkLst>
        <pc:spChg chg="del">
          <ac:chgData name="Abdullahi Jibril" userId="6480ac2d-504c-45e1-bf13-1de5aaa07f9e" providerId="ADAL" clId="{667A45C4-D4BB-4466-A4F7-E9DFB1D9FE54}" dt="2025-11-19T10:01:17.031" v="755" actId="478"/>
          <ac:spMkLst>
            <pc:docMk/>
            <pc:sldMk cId="3290468225" sldId="271"/>
            <ac:spMk id="2" creationId="{CE013192-2F4D-F89E-80B7-CC292D593B92}"/>
          </ac:spMkLst>
        </pc:spChg>
        <pc:spChg chg="mod">
          <ac:chgData name="Abdullahi Jibril" userId="6480ac2d-504c-45e1-bf13-1de5aaa07f9e" providerId="ADAL" clId="{667A45C4-D4BB-4466-A4F7-E9DFB1D9FE54}" dt="2025-11-19T10:01:46.123" v="767" actId="5793"/>
          <ac:spMkLst>
            <pc:docMk/>
            <pc:sldMk cId="3290468225" sldId="271"/>
            <ac:spMk id="3" creationId="{9F24C1C8-4FC5-6996-0DC2-110E27CB1077}"/>
          </ac:spMkLst>
        </pc:spChg>
      </pc:sldChg>
      <pc:sldChg chg="addSp delSp modSp new del mod ord">
        <pc:chgData name="Abdullahi Jibril" userId="6480ac2d-504c-45e1-bf13-1de5aaa07f9e" providerId="ADAL" clId="{667A45C4-D4BB-4466-A4F7-E9DFB1D9FE54}" dt="2025-11-19T09:34:20.714" v="407" actId="47"/>
        <pc:sldMkLst>
          <pc:docMk/>
          <pc:sldMk cId="3637948294" sldId="272"/>
        </pc:sldMkLst>
        <pc:spChg chg="del">
          <ac:chgData name="Abdullahi Jibril" userId="6480ac2d-504c-45e1-bf13-1de5aaa07f9e" providerId="ADAL" clId="{667A45C4-D4BB-4466-A4F7-E9DFB1D9FE54}" dt="2025-11-18T11:30:02.572" v="379" actId="478"/>
          <ac:spMkLst>
            <pc:docMk/>
            <pc:sldMk cId="3637948294" sldId="272"/>
            <ac:spMk id="2" creationId="{FC79D4DF-4C50-79D5-9EC7-9124C01597DE}"/>
          </ac:spMkLst>
        </pc:spChg>
        <pc:spChg chg="add del mod">
          <ac:chgData name="Abdullahi Jibril" userId="6480ac2d-504c-45e1-bf13-1de5aaa07f9e" providerId="ADAL" clId="{667A45C4-D4BB-4466-A4F7-E9DFB1D9FE54}" dt="2025-11-18T11:30:17.470" v="402" actId="5793"/>
          <ac:spMkLst>
            <pc:docMk/>
            <pc:sldMk cId="3637948294" sldId="272"/>
            <ac:spMk id="3" creationId="{F3FC8830-CFCE-33CB-4B86-60B8BF7CF457}"/>
          </ac:spMkLst>
        </pc:spChg>
        <pc:spChg chg="add del mod">
          <ac:chgData name="Abdullahi Jibril" userId="6480ac2d-504c-45e1-bf13-1de5aaa07f9e" providerId="ADAL" clId="{667A45C4-D4BB-4466-A4F7-E9DFB1D9FE54}" dt="2025-11-18T11:30:12.895" v="390" actId="478"/>
          <ac:spMkLst>
            <pc:docMk/>
            <pc:sldMk cId="3637948294" sldId="272"/>
            <ac:spMk id="5" creationId="{8491BF0B-86A9-D4A7-62B6-5F81F5871FF1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10:02:58.737" v="789" actId="1076"/>
        <pc:sldMkLst>
          <pc:docMk/>
          <pc:sldMk cId="4143317009" sldId="272"/>
        </pc:sldMkLst>
        <pc:spChg chg="del">
          <ac:chgData name="Abdullahi Jibril" userId="6480ac2d-504c-45e1-bf13-1de5aaa07f9e" providerId="ADAL" clId="{667A45C4-D4BB-4466-A4F7-E9DFB1D9FE54}" dt="2025-11-19T10:02:14.658" v="769" actId="478"/>
          <ac:spMkLst>
            <pc:docMk/>
            <pc:sldMk cId="4143317009" sldId="272"/>
            <ac:spMk id="2" creationId="{F5C0911A-E62E-2774-0D05-1F809DBE004D}"/>
          </ac:spMkLst>
        </pc:spChg>
        <pc:spChg chg="del">
          <ac:chgData name="Abdullahi Jibril" userId="6480ac2d-504c-45e1-bf13-1de5aaa07f9e" providerId="ADAL" clId="{667A45C4-D4BB-4466-A4F7-E9DFB1D9FE54}" dt="2025-11-19T10:02:16.539" v="770" actId="478"/>
          <ac:spMkLst>
            <pc:docMk/>
            <pc:sldMk cId="4143317009" sldId="272"/>
            <ac:spMk id="3" creationId="{0E9D07C6-6A2C-51AB-0D4A-FA729457A953}"/>
          </ac:spMkLst>
        </pc:spChg>
        <pc:spChg chg="add mod">
          <ac:chgData name="Abdullahi Jibril" userId="6480ac2d-504c-45e1-bf13-1de5aaa07f9e" providerId="ADAL" clId="{667A45C4-D4BB-4466-A4F7-E9DFB1D9FE54}" dt="2025-11-19T10:02:58.737" v="789" actId="1076"/>
          <ac:spMkLst>
            <pc:docMk/>
            <pc:sldMk cId="4143317009" sldId="272"/>
            <ac:spMk id="7" creationId="{F3222845-E208-A28F-F1DB-A970B3008BF4}"/>
          </ac:spMkLst>
        </pc:spChg>
        <pc:spChg chg="add del">
          <ac:chgData name="Abdullahi Jibril" userId="6480ac2d-504c-45e1-bf13-1de5aaa07f9e" providerId="ADAL" clId="{667A45C4-D4BB-4466-A4F7-E9DFB1D9FE54}" dt="2025-11-19T10:02:28.379" v="775" actId="26606"/>
          <ac:spMkLst>
            <pc:docMk/>
            <pc:sldMk cId="4143317009" sldId="272"/>
            <ac:spMk id="10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28.379" v="775" actId="26606"/>
          <ac:spMkLst>
            <pc:docMk/>
            <pc:sldMk cId="4143317009" sldId="272"/>
            <ac:spMk id="16" creationId="{62C9703D-C8F9-44AD-A7C0-C2F3871F8C1B}"/>
          </ac:spMkLst>
        </pc:spChg>
        <pc:spChg chg="add del">
          <ac:chgData name="Abdullahi Jibril" userId="6480ac2d-504c-45e1-bf13-1de5aaa07f9e" providerId="ADAL" clId="{667A45C4-D4BB-4466-A4F7-E9DFB1D9FE54}" dt="2025-11-19T10:02:30.014" v="777" actId="26606"/>
          <ac:spMkLst>
            <pc:docMk/>
            <pc:sldMk cId="4143317009" sldId="272"/>
            <ac:spMk id="18" creationId="{99AAB0AE-172B-4FB4-80C2-86CD6B824220}"/>
          </ac:spMkLst>
        </pc:spChg>
        <pc:spChg chg="add del">
          <ac:chgData name="Abdullahi Jibril" userId="6480ac2d-504c-45e1-bf13-1de5aaa07f9e" providerId="ADAL" clId="{667A45C4-D4BB-4466-A4F7-E9DFB1D9FE54}" dt="2025-11-19T10:02:30.014" v="777" actId="26606"/>
          <ac:spMkLst>
            <pc:docMk/>
            <pc:sldMk cId="4143317009" sldId="272"/>
            <ac:spMk id="19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0.014" v="777" actId="26606"/>
          <ac:spMkLst>
            <pc:docMk/>
            <pc:sldMk cId="4143317009" sldId="272"/>
            <ac:spMk id="22" creationId="{F1176DA6-4BBF-42A4-9C94-E6613CCD6B37}"/>
          </ac:spMkLst>
        </pc:spChg>
        <pc:spChg chg="add del">
          <ac:chgData name="Abdullahi Jibril" userId="6480ac2d-504c-45e1-bf13-1de5aaa07f9e" providerId="ADAL" clId="{667A45C4-D4BB-4466-A4F7-E9DFB1D9FE54}" dt="2025-11-19T10:02:31.720" v="779" actId="26606"/>
          <ac:spMkLst>
            <pc:docMk/>
            <pc:sldMk cId="4143317009" sldId="272"/>
            <ac:spMk id="24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1.720" v="779" actId="26606"/>
          <ac:spMkLst>
            <pc:docMk/>
            <pc:sldMk cId="4143317009" sldId="272"/>
            <ac:spMk id="27" creationId="{62C9703D-C8F9-44AD-A7C0-C2F3871F8C1B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29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32" creationId="{2C6F198E-F7A1-4125-910D-641C0C2A76D5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33" creationId="{907C3A25-D9A7-4F2D-B44C-FA8EB24C7AFD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34" creationId="{18E8515E-B8C8-482A-A9B5-CE57BC080AAD}"/>
          </ac:spMkLst>
        </pc:spChg>
        <pc:spChg chg="add del">
          <ac:chgData name="Abdullahi Jibril" userId="6480ac2d-504c-45e1-bf13-1de5aaa07f9e" providerId="ADAL" clId="{667A45C4-D4BB-4466-A4F7-E9DFB1D9FE54}" dt="2025-11-19T10:02:34.387" v="783" actId="26606"/>
          <ac:spMkLst>
            <pc:docMk/>
            <pc:sldMk cId="4143317009" sldId="272"/>
            <ac:spMk id="36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4.387" v="783" actId="26606"/>
          <ac:spMkLst>
            <pc:docMk/>
            <pc:sldMk cId="4143317009" sldId="272"/>
            <ac:spMk id="39" creationId="{62C9703D-C8F9-44AD-A7C0-C2F3871F8C1B}"/>
          </ac:spMkLst>
        </pc:spChg>
        <pc:spChg chg="add del">
          <ac:chgData name="Abdullahi Jibril" userId="6480ac2d-504c-45e1-bf13-1de5aaa07f9e" providerId="ADAL" clId="{667A45C4-D4BB-4466-A4F7-E9DFB1D9FE54}" dt="2025-11-19T10:02:36.749" v="785" actId="26606"/>
          <ac:spMkLst>
            <pc:docMk/>
            <pc:sldMk cId="4143317009" sldId="272"/>
            <ac:spMk id="41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6.749" v="785" actId="26606"/>
          <ac:spMkLst>
            <pc:docMk/>
            <pc:sldMk cId="4143317009" sldId="272"/>
            <ac:spMk id="44" creationId="{B6E6531A-0776-43BA-A852-5FB5C77534D5}"/>
          </ac:spMkLst>
        </pc:spChg>
        <pc:spChg chg="add del">
          <ac:chgData name="Abdullahi Jibril" userId="6480ac2d-504c-45e1-bf13-1de5aaa07f9e" providerId="ADAL" clId="{667A45C4-D4BB-4466-A4F7-E9DFB1D9FE54}" dt="2025-11-19T10:02:36.749" v="785" actId="26606"/>
          <ac:spMkLst>
            <pc:docMk/>
            <pc:sldMk cId="4143317009" sldId="272"/>
            <ac:spMk id="45" creationId="{F8C5273F-2B84-46BF-A94F-1A20E13B3AA1}"/>
          </ac:spMkLst>
        </pc:spChg>
        <pc:spChg chg="add">
          <ac:chgData name="Abdullahi Jibril" userId="6480ac2d-504c-45e1-bf13-1de5aaa07f9e" providerId="ADAL" clId="{667A45C4-D4BB-4466-A4F7-E9DFB1D9FE54}" dt="2025-11-19T10:02:36.776" v="786" actId="26606"/>
          <ac:spMkLst>
            <pc:docMk/>
            <pc:sldMk cId="4143317009" sldId="272"/>
            <ac:spMk id="47" creationId="{6738F172-08B9-4BA5-B753-7D93472C0B11}"/>
          </ac:spMkLst>
        </pc:spChg>
        <pc:spChg chg="add">
          <ac:chgData name="Abdullahi Jibril" userId="6480ac2d-504c-45e1-bf13-1de5aaa07f9e" providerId="ADAL" clId="{667A45C4-D4BB-4466-A4F7-E9DFB1D9FE54}" dt="2025-11-19T10:02:36.776" v="786" actId="26606"/>
          <ac:spMkLst>
            <pc:docMk/>
            <pc:sldMk cId="4143317009" sldId="272"/>
            <ac:spMk id="50" creationId="{3A992E1B-AAEE-4435-8F48-8C88BE5510B2}"/>
          </ac:spMkLst>
        </pc:spChg>
        <pc:spChg chg="add">
          <ac:chgData name="Abdullahi Jibril" userId="6480ac2d-504c-45e1-bf13-1de5aaa07f9e" providerId="ADAL" clId="{667A45C4-D4BB-4466-A4F7-E9DFB1D9FE54}" dt="2025-11-19T10:02:36.776" v="786" actId="26606"/>
          <ac:spMkLst>
            <pc:docMk/>
            <pc:sldMk cId="4143317009" sldId="272"/>
            <ac:spMk id="51" creationId="{476C2E52-E592-4F3F-BC13-5BD8518E2EBF}"/>
          </ac:spMkLst>
        </pc:spChg>
        <pc:picChg chg="add mod">
          <ac:chgData name="Abdullahi Jibril" userId="6480ac2d-504c-45e1-bf13-1de5aaa07f9e" providerId="ADAL" clId="{667A45C4-D4BB-4466-A4F7-E9DFB1D9FE54}" dt="2025-11-19T10:02:40.319" v="787" actId="27614"/>
          <ac:picMkLst>
            <pc:docMk/>
            <pc:sldMk cId="4143317009" sldId="272"/>
            <ac:picMk id="5" creationId="{D0B1E5C3-60FE-3500-2093-E3DFCB10C6FE}"/>
          </ac:picMkLst>
        </pc:picChg>
        <pc:picChg chg="add del">
          <ac:chgData name="Abdullahi Jibril" userId="6480ac2d-504c-45e1-bf13-1de5aaa07f9e" providerId="ADAL" clId="{667A45C4-D4BB-4466-A4F7-E9DFB1D9FE54}" dt="2025-11-19T10:02:28.379" v="775" actId="26606"/>
          <ac:picMkLst>
            <pc:docMk/>
            <pc:sldMk cId="4143317009" sldId="272"/>
            <ac:picMk id="12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0.014" v="777" actId="26606"/>
          <ac:picMkLst>
            <pc:docMk/>
            <pc:sldMk cId="4143317009" sldId="272"/>
            <ac:picMk id="20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1.720" v="779" actId="26606"/>
          <ac:picMkLst>
            <pc:docMk/>
            <pc:sldMk cId="4143317009" sldId="272"/>
            <ac:picMk id="25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3.142" v="781" actId="26606"/>
          <ac:picMkLst>
            <pc:docMk/>
            <pc:sldMk cId="4143317009" sldId="272"/>
            <ac:picMk id="30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4.387" v="783" actId="26606"/>
          <ac:picMkLst>
            <pc:docMk/>
            <pc:sldMk cId="4143317009" sldId="272"/>
            <ac:picMk id="37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6.749" v="785" actId="26606"/>
          <ac:picMkLst>
            <pc:docMk/>
            <pc:sldMk cId="4143317009" sldId="272"/>
            <ac:picMk id="42" creationId="{B029D7D8-5A6B-4C76-94C8-15798C6C5ADB}"/>
          </ac:picMkLst>
        </pc:picChg>
        <pc:picChg chg="add">
          <ac:chgData name="Abdullahi Jibril" userId="6480ac2d-504c-45e1-bf13-1de5aaa07f9e" providerId="ADAL" clId="{667A45C4-D4BB-4466-A4F7-E9DFB1D9FE54}" dt="2025-11-19T10:02:36.776" v="786" actId="26606"/>
          <ac:picMkLst>
            <pc:docMk/>
            <pc:sldMk cId="4143317009" sldId="272"/>
            <ac:picMk id="48" creationId="{C900681B-C4FD-40B3-B5BC-C33231614C91}"/>
          </ac:picMkLst>
        </pc:picChg>
        <pc:cxnChg chg="add del">
          <ac:chgData name="Abdullahi Jibril" userId="6480ac2d-504c-45e1-bf13-1de5aaa07f9e" providerId="ADAL" clId="{667A45C4-D4BB-4466-A4F7-E9DFB1D9FE54}" dt="2025-11-19T10:02:28.379" v="775" actId="26606"/>
          <ac:cxnSpMkLst>
            <pc:docMk/>
            <pc:sldMk cId="4143317009" sldId="272"/>
            <ac:cxnSpMk id="14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0.014" v="777" actId="26606"/>
          <ac:cxnSpMkLst>
            <pc:docMk/>
            <pc:sldMk cId="4143317009" sldId="272"/>
            <ac:cxnSpMk id="21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1.720" v="779" actId="26606"/>
          <ac:cxnSpMkLst>
            <pc:docMk/>
            <pc:sldMk cId="4143317009" sldId="272"/>
            <ac:cxnSpMk id="26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3.142" v="781" actId="26606"/>
          <ac:cxnSpMkLst>
            <pc:docMk/>
            <pc:sldMk cId="4143317009" sldId="272"/>
            <ac:cxnSpMk id="31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4.387" v="783" actId="26606"/>
          <ac:cxnSpMkLst>
            <pc:docMk/>
            <pc:sldMk cId="4143317009" sldId="272"/>
            <ac:cxnSpMk id="38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6.749" v="785" actId="26606"/>
          <ac:cxnSpMkLst>
            <pc:docMk/>
            <pc:sldMk cId="4143317009" sldId="272"/>
            <ac:cxnSpMk id="43" creationId="{A5C9319C-E20D-4884-952F-60B6A58C3E34}"/>
          </ac:cxnSpMkLst>
        </pc:cxnChg>
        <pc:cxnChg chg="add">
          <ac:chgData name="Abdullahi Jibril" userId="6480ac2d-504c-45e1-bf13-1de5aaa07f9e" providerId="ADAL" clId="{667A45C4-D4BB-4466-A4F7-E9DFB1D9FE54}" dt="2025-11-19T10:02:36.776" v="786" actId="26606"/>
          <ac:cxnSpMkLst>
            <pc:docMk/>
            <pc:sldMk cId="4143317009" sldId="272"/>
            <ac:cxnSpMk id="49" creationId="{FEAACD67-2FB5-4530-9B74-8D946F1CE9E3}"/>
          </ac:cxnSpMkLst>
        </pc:cxnChg>
      </pc:sldChg>
      <pc:sldChg chg="delSp modSp new mod">
        <pc:chgData name="Abdullahi Jibril" userId="6480ac2d-504c-45e1-bf13-1de5aaa07f9e" providerId="ADAL" clId="{667A45C4-D4BB-4466-A4F7-E9DFB1D9FE54}" dt="2025-11-19T10:03:37.316" v="801" actId="1076"/>
        <pc:sldMkLst>
          <pc:docMk/>
          <pc:sldMk cId="3304848520" sldId="273"/>
        </pc:sldMkLst>
        <pc:spChg chg="del">
          <ac:chgData name="Abdullahi Jibril" userId="6480ac2d-504c-45e1-bf13-1de5aaa07f9e" providerId="ADAL" clId="{667A45C4-D4BB-4466-A4F7-E9DFB1D9FE54}" dt="2025-11-19T10:03:10.849" v="791" actId="478"/>
          <ac:spMkLst>
            <pc:docMk/>
            <pc:sldMk cId="3304848520" sldId="273"/>
            <ac:spMk id="2" creationId="{191044DC-B5DB-E3FD-6E34-F6CECE64C4FB}"/>
          </ac:spMkLst>
        </pc:spChg>
        <pc:spChg chg="mod">
          <ac:chgData name="Abdullahi Jibril" userId="6480ac2d-504c-45e1-bf13-1de5aaa07f9e" providerId="ADAL" clId="{667A45C4-D4BB-4466-A4F7-E9DFB1D9FE54}" dt="2025-11-19T10:03:37.316" v="801" actId="1076"/>
          <ac:spMkLst>
            <pc:docMk/>
            <pc:sldMk cId="3304848520" sldId="273"/>
            <ac:spMk id="3" creationId="{B4C61610-1DA7-9F50-86AC-5E8A7787A8A9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04:14.521" v="815" actId="313"/>
        <pc:sldMkLst>
          <pc:docMk/>
          <pc:sldMk cId="24674222" sldId="274"/>
        </pc:sldMkLst>
        <pc:spChg chg="del">
          <ac:chgData name="Abdullahi Jibril" userId="6480ac2d-504c-45e1-bf13-1de5aaa07f9e" providerId="ADAL" clId="{667A45C4-D4BB-4466-A4F7-E9DFB1D9FE54}" dt="2025-11-19T10:03:53.924" v="803" actId="478"/>
          <ac:spMkLst>
            <pc:docMk/>
            <pc:sldMk cId="24674222" sldId="274"/>
            <ac:spMk id="2" creationId="{4B13E832-D00D-7A07-8C86-156B353F89A4}"/>
          </ac:spMkLst>
        </pc:spChg>
        <pc:spChg chg="mod">
          <ac:chgData name="Abdullahi Jibril" userId="6480ac2d-504c-45e1-bf13-1de5aaa07f9e" providerId="ADAL" clId="{667A45C4-D4BB-4466-A4F7-E9DFB1D9FE54}" dt="2025-11-19T10:04:14.521" v="815" actId="313"/>
          <ac:spMkLst>
            <pc:docMk/>
            <pc:sldMk cId="24674222" sldId="274"/>
            <ac:spMk id="3" creationId="{637C3C4D-65ED-80B3-5752-94FD6284D523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05:07.490" v="835" actId="14100"/>
        <pc:sldMkLst>
          <pc:docMk/>
          <pc:sldMk cId="2776399090" sldId="275"/>
        </pc:sldMkLst>
        <pc:spChg chg="del">
          <ac:chgData name="Abdullahi Jibril" userId="6480ac2d-504c-45e1-bf13-1de5aaa07f9e" providerId="ADAL" clId="{667A45C4-D4BB-4466-A4F7-E9DFB1D9FE54}" dt="2025-11-19T10:04:28.498" v="817" actId="478"/>
          <ac:spMkLst>
            <pc:docMk/>
            <pc:sldMk cId="2776399090" sldId="275"/>
            <ac:spMk id="2" creationId="{AEAA1215-D78C-E90A-D8C0-64D919CF4C1E}"/>
          </ac:spMkLst>
        </pc:spChg>
        <pc:spChg chg="mod">
          <ac:chgData name="Abdullahi Jibril" userId="6480ac2d-504c-45e1-bf13-1de5aaa07f9e" providerId="ADAL" clId="{667A45C4-D4BB-4466-A4F7-E9DFB1D9FE54}" dt="2025-11-19T10:05:07.490" v="835" actId="14100"/>
          <ac:spMkLst>
            <pc:docMk/>
            <pc:sldMk cId="2776399090" sldId="275"/>
            <ac:spMk id="3" creationId="{06AE3561-19BA-7A9E-5025-AB44D94CCB4B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32:18.097" v="853" actId="1076"/>
        <pc:sldMkLst>
          <pc:docMk/>
          <pc:sldMk cId="371105104" sldId="276"/>
        </pc:sldMkLst>
        <pc:spChg chg="del">
          <ac:chgData name="Abdullahi Jibril" userId="6480ac2d-504c-45e1-bf13-1de5aaa07f9e" providerId="ADAL" clId="{667A45C4-D4BB-4466-A4F7-E9DFB1D9FE54}" dt="2025-11-19T10:31:59.048" v="837" actId="478"/>
          <ac:spMkLst>
            <pc:docMk/>
            <pc:sldMk cId="371105104" sldId="276"/>
            <ac:spMk id="2" creationId="{30367B85-0CAC-7583-3692-5E571903108B}"/>
          </ac:spMkLst>
        </pc:spChg>
        <pc:spChg chg="mod">
          <ac:chgData name="Abdullahi Jibril" userId="6480ac2d-504c-45e1-bf13-1de5aaa07f9e" providerId="ADAL" clId="{667A45C4-D4BB-4466-A4F7-E9DFB1D9FE54}" dt="2025-11-19T10:32:18.097" v="853" actId="1076"/>
          <ac:spMkLst>
            <pc:docMk/>
            <pc:sldMk cId="371105104" sldId="276"/>
            <ac:spMk id="3" creationId="{4206AE26-95C3-D6DF-4413-CFAE1C391DFB}"/>
          </ac:spMkLst>
        </pc:spChg>
      </pc:sldChg>
      <pc:sldMasterChg chg="del delSldLayout">
        <pc:chgData name="Abdullahi Jibril" userId="6480ac2d-504c-45e1-bf13-1de5aaa07f9e" providerId="ADAL" clId="{667A45C4-D4BB-4466-A4F7-E9DFB1D9FE54}" dt="2025-11-18T11:15:42.648" v="4" actId="26606"/>
        <pc:sldMasterMkLst>
          <pc:docMk/>
          <pc:sldMasterMk cId="1719032322" sldId="2147483660"/>
        </pc:sldMasterMkLst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252826856" sldId="2147483661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501888070" sldId="2147483662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4174750761" sldId="2147483663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2598930396" sldId="2147483664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897913413" sldId="2147483665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4042771240" sldId="2147483666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2368592863" sldId="2147483667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1153581" sldId="2147483668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4201595026" sldId="2147483669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7245430" sldId="2147483670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971645421" sldId="2147483671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2803326809" sldId="2147483672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130937421" sldId="2147483673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547918516" sldId="2147483674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331389787" sldId="2147483675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855462481" sldId="2147483676"/>
          </pc:sldLayoutMkLst>
        </pc:sldLayoutChg>
      </pc:sldMasterChg>
      <pc:sldMasterChg chg="add addSldLayout">
        <pc:chgData name="Abdullahi Jibril" userId="6480ac2d-504c-45e1-bf13-1de5aaa07f9e" providerId="ADAL" clId="{667A45C4-D4BB-4466-A4F7-E9DFB1D9FE54}" dt="2025-11-18T11:15:42.648" v="4" actId="26606"/>
        <pc:sldMasterMkLst>
          <pc:docMk/>
          <pc:sldMasterMk cId="1816410123" sldId="2147483750"/>
        </pc:sldMasterMkLst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739982317" sldId="2147483739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1687424367" sldId="2147483740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2099588792" sldId="2147483741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457816920" sldId="2147483742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2788442463" sldId="2147483743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767586365" sldId="2147483744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729088472" sldId="2147483745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583335490" sldId="2147483746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177366543" sldId="2147483747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848460484" sldId="2147483748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2061868876" sldId="21474837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40C51-0191-4DFC-9EB1-E57FB7D7F6D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B54AA-C563-493A-A89A-D3356C566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98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33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9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85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67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0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18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0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9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2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90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59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9278-7A3E-AE62-0118-BFB3DB02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820" y="1317900"/>
            <a:ext cx="10644169" cy="2111100"/>
          </a:xfrm>
        </p:spPr>
        <p:txBody>
          <a:bodyPr>
            <a:noAutofit/>
          </a:bodyPr>
          <a:lstStyle/>
          <a:p>
            <a:r>
              <a:rPr lang="en-GB" sz="2400" b="1" dirty="0"/>
              <a:t>Title:</a:t>
            </a:r>
            <a:r>
              <a:rPr lang="en-GB" sz="2400" dirty="0"/>
              <a:t> Credit Card Fraud Detection: Data Preparation &amp; Analysis</a:t>
            </a:r>
          </a:p>
          <a:p>
            <a:endParaRPr lang="en-GB" sz="2400" b="1" dirty="0"/>
          </a:p>
          <a:p>
            <a:r>
              <a:rPr lang="en-GB" sz="2400" b="1" dirty="0"/>
              <a:t>Subtitle:</a:t>
            </a:r>
            <a:r>
              <a:rPr lang="en-GB" sz="2400" dirty="0"/>
              <a:t> Business Analytics Project - Milestone 1</a:t>
            </a:r>
          </a:p>
          <a:p>
            <a:r>
              <a:rPr lang="en-GB" sz="2400" b="1" dirty="0"/>
              <a:t>Abdullahi Mohamed Jibril – Data Analytics Capstone  - 11-19-2025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2968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C218-45BA-6471-A438-AFC29855E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621" y="2015734"/>
            <a:ext cx="4466198" cy="411235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1800" b="1" dirty="0"/>
              <a:t>PROJECT OVERVIEW</a:t>
            </a:r>
          </a:p>
          <a:p>
            <a:pPr>
              <a:lnSpc>
                <a:spcPct val="110000"/>
              </a:lnSpc>
            </a:pPr>
            <a:r>
              <a:rPr lang="en-GB" sz="1800" b="1" dirty="0"/>
              <a:t>Objective</a:t>
            </a:r>
            <a:r>
              <a:rPr lang="en-GB" sz="1800" dirty="0"/>
              <a:t> Detect fraudulent credit card transactions using machine learning techniques</a:t>
            </a:r>
          </a:p>
          <a:p>
            <a:pPr>
              <a:lnSpc>
                <a:spcPct val="110000"/>
              </a:lnSpc>
            </a:pPr>
            <a:r>
              <a:rPr lang="en-GB" sz="1800" b="1" dirty="0"/>
              <a:t>Dataset Source</a:t>
            </a:r>
            <a:endParaRPr lang="en-GB" sz="1800" dirty="0"/>
          </a:p>
          <a:p>
            <a:pPr>
              <a:lnSpc>
                <a:spcPct val="110000"/>
              </a:lnSpc>
            </a:pPr>
            <a:r>
              <a:rPr lang="en-GB" sz="1800" dirty="0"/>
              <a:t>Kaggle Credit Card Fraud Detection Dataset</a:t>
            </a:r>
          </a:p>
          <a:p>
            <a:pPr>
              <a:lnSpc>
                <a:spcPct val="110000"/>
              </a:lnSpc>
            </a:pPr>
            <a:r>
              <a:rPr lang="en-GB" sz="1800" dirty="0"/>
              <a:t>Real-world anonymized transactions</a:t>
            </a:r>
          </a:p>
          <a:p>
            <a:pPr>
              <a:lnSpc>
                <a:spcPct val="110000"/>
              </a:lnSpc>
            </a:pPr>
            <a:r>
              <a:rPr lang="en-GB" sz="1800" b="1" dirty="0"/>
              <a:t>Key Challenge</a:t>
            </a:r>
            <a:r>
              <a:rPr lang="en-GB" sz="1800" dirty="0"/>
              <a:t> Highly imbalanced dataset requiring careful preprocessing and feature engineering</a:t>
            </a:r>
          </a:p>
        </p:txBody>
      </p:sp>
      <p:pic>
        <p:nvPicPr>
          <p:cNvPr id="5" name="Picture 4" descr="A close-up of a credit card&#10;&#10;AI-generated content may be incorrect.">
            <a:extLst>
              <a:ext uri="{FF2B5EF4-FFF2-40B4-BE49-F238E27FC236}">
                <a16:creationId xmlns:a16="http://schemas.microsoft.com/office/drawing/2014/main" id="{C2C0095C-FB43-1172-371D-D5E7DEDCC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224" y="2015734"/>
            <a:ext cx="4600817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2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3A49-9B4C-9996-CFF5-02263E0AB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013" y="949595"/>
            <a:ext cx="5231124" cy="4841606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DATA COLLECTION METHODS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Data Source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CSV file: creditcard.csv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Downloaded from Kaggle repository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Collection Tools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Python 3.x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Pandas library for data manipulation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NumPy for numerical operations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Storage &amp; Sharing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GitHub repository for version control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Google Colab for analysis environment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84E0292F-D168-1936-DD5C-79F05F837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372" y="2027764"/>
            <a:ext cx="4960442" cy="27158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53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9AF7-3F6F-1E4F-B94C-E9F7E590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955729"/>
            <a:ext cx="9603275" cy="49465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DATASET STRUCTURE</a:t>
            </a:r>
          </a:p>
          <a:p>
            <a:pPr marL="0" indent="0">
              <a:buNone/>
            </a:pPr>
            <a:r>
              <a:rPr lang="en-IN" b="1" dirty="0"/>
              <a:t>Dataset Dimensions</a:t>
            </a:r>
            <a:endParaRPr lang="en-IN" dirty="0"/>
          </a:p>
          <a:p>
            <a:r>
              <a:rPr lang="en-IN" dirty="0"/>
              <a:t>Total Transactions: 55,551</a:t>
            </a:r>
          </a:p>
          <a:p>
            <a:r>
              <a:rPr lang="en-IN" dirty="0"/>
              <a:t>Total Features: 31</a:t>
            </a:r>
          </a:p>
          <a:p>
            <a:r>
              <a:rPr lang="en-IN" b="1" dirty="0"/>
              <a:t>Feature Breakdown</a:t>
            </a:r>
            <a:endParaRPr lang="en-IN" dirty="0"/>
          </a:p>
          <a:p>
            <a:r>
              <a:rPr lang="en-IN" dirty="0"/>
              <a:t>Time: Transaction timestamp (seconds)</a:t>
            </a:r>
          </a:p>
          <a:p>
            <a:r>
              <a:rPr lang="en-IN" dirty="0"/>
              <a:t>V1-V28: PCA-transformed features (28 anonymized variables)</a:t>
            </a:r>
          </a:p>
          <a:p>
            <a:r>
              <a:rPr lang="en-IN" dirty="0"/>
              <a:t>Amount: Transaction amount ($0 - $12,910.93)</a:t>
            </a:r>
          </a:p>
          <a:p>
            <a:r>
              <a:rPr lang="en-IN" dirty="0"/>
              <a:t>Class: Target variable (0 = Normal, 1 = Fraud)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35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09C68-885A-0750-5F47-6EC3C0142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908827"/>
            <a:ext cx="9603275" cy="5090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DATA QUALITY ASSESSMENT</a:t>
            </a:r>
          </a:p>
          <a:p>
            <a:pPr marL="0" indent="0">
              <a:buNone/>
            </a:pPr>
            <a:r>
              <a:rPr lang="en-GB" sz="1800" b="1" dirty="0"/>
              <a:t>Missing Values</a:t>
            </a:r>
            <a:endParaRPr lang="en-GB" sz="1800" dirty="0"/>
          </a:p>
          <a:p>
            <a:r>
              <a:rPr lang="en-GB" sz="1800" dirty="0"/>
              <a:t>Total: 16 missing values (0.00%)</a:t>
            </a:r>
          </a:p>
          <a:p>
            <a:r>
              <a:rPr lang="en-GB" sz="1800" dirty="0"/>
              <a:t>Location: Last row only (V15-V28, Amount, Class)</a:t>
            </a:r>
          </a:p>
          <a:p>
            <a:r>
              <a:rPr lang="en-GB" sz="1800" b="1" dirty="0"/>
              <a:t>Duplicate Records</a:t>
            </a:r>
            <a:endParaRPr lang="en-GB" sz="1800" dirty="0"/>
          </a:p>
          <a:p>
            <a:r>
              <a:rPr lang="en-GB" sz="1800" dirty="0"/>
              <a:t>Found: 237 duplicate rows</a:t>
            </a:r>
          </a:p>
          <a:p>
            <a:r>
              <a:rPr lang="en-GB" sz="1800" dirty="0"/>
              <a:t>Action: Identified for potential removal</a:t>
            </a:r>
          </a:p>
          <a:p>
            <a:r>
              <a:rPr lang="en-GB" sz="1800" b="1" dirty="0"/>
              <a:t>Data Types</a:t>
            </a:r>
            <a:endParaRPr lang="en-GB" sz="1800" dirty="0"/>
          </a:p>
          <a:p>
            <a:r>
              <a:rPr lang="en-GB" sz="1800" dirty="0"/>
              <a:t>Numerical: 30 float64, 1 int64</a:t>
            </a:r>
          </a:p>
          <a:p>
            <a:r>
              <a:rPr lang="en-GB" sz="1800" dirty="0"/>
              <a:t>No categorical variables</a:t>
            </a:r>
          </a:p>
          <a:p>
            <a:r>
              <a:rPr lang="en-GB" sz="1800" b="1" dirty="0"/>
              <a:t>Overall Quality:</a:t>
            </a:r>
            <a:r>
              <a:rPr lang="en-GB" sz="1800" dirty="0"/>
              <a:t> High-quality, minimal cleaning required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9582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56EA8-1D61-0553-BC35-0D261C6BC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666" y="958210"/>
            <a:ext cx="4960442" cy="345061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CLASS DISTRIBUTION ANALYSIS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Transaction Breakdown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Normal Transactions: 55,394 (99.72%)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Fraudulent Transactions: 156 (0.28%)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Imbalance Ratio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355:1 (Normal to Fraud)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Business Impact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Severe class imbalance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Requires specialized handling (SMOTE, under sampling)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Risk of model bias toward majority class</a:t>
            </a:r>
          </a:p>
          <a:p>
            <a:pPr>
              <a:lnSpc>
                <a:spcPct val="110000"/>
              </a:lnSpc>
            </a:pPr>
            <a:endParaRPr lang="en-IN" sz="1800" dirty="0"/>
          </a:p>
        </p:txBody>
      </p:sp>
      <p:pic>
        <p:nvPicPr>
          <p:cNvPr id="5" name="Picture 4" descr="A green chart with a bar and a green circle&#10;&#10;AI-generated content may be incorrect.">
            <a:extLst>
              <a:ext uri="{FF2B5EF4-FFF2-40B4-BE49-F238E27FC236}">
                <a16:creationId xmlns:a16="http://schemas.microsoft.com/office/drawing/2014/main" id="{D7C0CA11-DF67-2DD6-E05A-A04B852FF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1" y="1883452"/>
            <a:ext cx="5832124" cy="29452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838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4C2C5-7C02-5931-FDDA-E1C1CF2F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969" y="0"/>
            <a:ext cx="9603275" cy="61978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DATA CLEANING STEPS</a:t>
            </a:r>
          </a:p>
          <a:p>
            <a:pPr marL="0" indent="0">
              <a:buNone/>
            </a:pPr>
            <a:r>
              <a:rPr lang="en-GB" sz="1800" b="1" dirty="0"/>
              <a:t>Step 1: Missing Value Analysis</a:t>
            </a:r>
            <a:endParaRPr lang="en-GB" sz="1800" dirty="0"/>
          </a:p>
          <a:p>
            <a:r>
              <a:rPr lang="en-GB" sz="1800" dirty="0"/>
              <a:t>Identified 16 missing values in last row</a:t>
            </a:r>
          </a:p>
          <a:p>
            <a:r>
              <a:rPr lang="en-GB" sz="1800" dirty="0"/>
              <a:t>Decision: Remove incomplete row</a:t>
            </a:r>
          </a:p>
          <a:p>
            <a:r>
              <a:rPr lang="en-GB" sz="1800" b="1" dirty="0"/>
              <a:t>Step 2: Duplicate Detection</a:t>
            </a:r>
            <a:endParaRPr lang="en-GB" sz="1800" dirty="0"/>
          </a:p>
          <a:p>
            <a:r>
              <a:rPr lang="en-GB" sz="1800" dirty="0"/>
              <a:t>Found 237 duplicate transactions</a:t>
            </a:r>
          </a:p>
          <a:p>
            <a:r>
              <a:rPr lang="en-GB" sz="1800" dirty="0"/>
              <a:t>Assessed impact on analysis</a:t>
            </a:r>
          </a:p>
          <a:p>
            <a:r>
              <a:rPr lang="en-GB" sz="1800" b="1" dirty="0"/>
              <a:t>Step 3: Data Type Verification</a:t>
            </a:r>
            <a:endParaRPr lang="en-GB" sz="1800" dirty="0"/>
          </a:p>
          <a:p>
            <a:r>
              <a:rPr lang="en-GB" sz="1800" dirty="0"/>
              <a:t>All features numerical</a:t>
            </a:r>
          </a:p>
          <a:p>
            <a:r>
              <a:rPr lang="en-GB" sz="1800" dirty="0"/>
              <a:t>No conversion needed</a:t>
            </a:r>
          </a:p>
          <a:p>
            <a:r>
              <a:rPr lang="en-GB" sz="1800" b="1" dirty="0"/>
              <a:t>Step 4: Outlier Identification</a:t>
            </a:r>
            <a:endParaRPr lang="en-GB" sz="1800" dirty="0"/>
          </a:p>
          <a:p>
            <a:r>
              <a:rPr lang="en-GB" sz="1800" dirty="0"/>
              <a:t>Amount outliers: 5,828 (10.49%)</a:t>
            </a:r>
          </a:p>
          <a:p>
            <a:r>
              <a:rPr lang="en-GB" sz="1800" dirty="0"/>
              <a:t>Retained for fraud pattern analysis</a:t>
            </a:r>
          </a:p>
          <a:p>
            <a:endParaRPr lang="en-IN" sz="1800" dirty="0"/>
          </a:p>
        </p:txBody>
      </p:sp>
      <p:pic>
        <p:nvPicPr>
          <p:cNvPr id="5" name="Picture 4" descr="A diagram of data cleansing cycle&#10;&#10;AI-generated content may be incorrect.">
            <a:extLst>
              <a:ext uri="{FF2B5EF4-FFF2-40B4-BE49-F238E27FC236}">
                <a16:creationId xmlns:a16="http://schemas.microsoft.com/office/drawing/2014/main" id="{76A75D42-E5E8-BB08-83F9-F739AAF44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1" y="0"/>
            <a:ext cx="5915270" cy="606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00CB5-08B1-300F-88C7-6D6852360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47" y="0"/>
            <a:ext cx="10323326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FEATURE ANALYSIS – AMOUNT - Statistical Summary</a:t>
            </a:r>
            <a:endParaRPr lang="en-IN" sz="1800" dirty="0"/>
          </a:p>
          <a:p>
            <a:r>
              <a:rPr lang="en-IN" sz="1800" dirty="0"/>
              <a:t>Mean: $94.71</a:t>
            </a:r>
          </a:p>
          <a:p>
            <a:r>
              <a:rPr lang="en-IN" sz="1800" dirty="0"/>
              <a:t>Median: $25.77</a:t>
            </a:r>
          </a:p>
          <a:p>
            <a:r>
              <a:rPr lang="en-IN" sz="1800" dirty="0"/>
              <a:t>Standard Deviation: $256.95</a:t>
            </a:r>
          </a:p>
          <a:p>
            <a:r>
              <a:rPr lang="en-IN" sz="1800" dirty="0"/>
              <a:t>Range: $0.00 - $12,910.93</a:t>
            </a:r>
          </a:p>
          <a:p>
            <a:r>
              <a:rPr lang="en-IN" sz="1800" b="1" dirty="0"/>
              <a:t>Key Findings</a:t>
            </a:r>
            <a:endParaRPr lang="en-IN" sz="1800" dirty="0"/>
          </a:p>
          <a:p>
            <a:r>
              <a:rPr lang="en-IN" sz="1800" dirty="0"/>
              <a:t>Right-skewed distribution</a:t>
            </a:r>
          </a:p>
          <a:p>
            <a:r>
              <a:rPr lang="en-IN" sz="1800" dirty="0"/>
              <a:t>Most transactions under $100</a:t>
            </a:r>
          </a:p>
          <a:p>
            <a:r>
              <a:rPr lang="en-IN" sz="1800" dirty="0"/>
              <a:t>High-value transactions are outliers</a:t>
            </a:r>
          </a:p>
          <a:p>
            <a:r>
              <a:rPr lang="en-IN" sz="1800" b="1" dirty="0"/>
              <a:t>Fraud vs Normal Comparison</a:t>
            </a:r>
            <a:endParaRPr lang="en-IN" sz="1800" dirty="0"/>
          </a:p>
          <a:p>
            <a:r>
              <a:rPr lang="en-IN" sz="1800" dirty="0"/>
              <a:t>Normal Mean: $94.70</a:t>
            </a:r>
          </a:p>
          <a:p>
            <a:r>
              <a:rPr lang="en-IN" sz="1800" dirty="0"/>
              <a:t>Fraud Mean: $95.76</a:t>
            </a:r>
          </a:p>
          <a:p>
            <a:r>
              <a:rPr lang="en-IN" sz="1800" dirty="0"/>
              <a:t>Similar average amounts</a:t>
            </a:r>
          </a:p>
          <a:p>
            <a:endParaRPr lang="en-IN" sz="1800" dirty="0"/>
          </a:p>
        </p:txBody>
      </p:sp>
      <p:pic>
        <p:nvPicPr>
          <p:cNvPr id="6" name="Picture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4F03F09B-98DC-4877-C9A6-F45C268C8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20"/>
          <a:stretch>
            <a:fillRect/>
          </a:stretch>
        </p:blipFill>
        <p:spPr>
          <a:xfrm>
            <a:off x="4340396" y="2012453"/>
            <a:ext cx="7271501" cy="346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1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53EA5-BCEC-9B9A-2551-B2E78E2A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36" y="923645"/>
            <a:ext cx="9603275" cy="50107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FEATURE ANALYSIS - TIME</a:t>
            </a:r>
          </a:p>
          <a:p>
            <a:pPr marL="0" indent="0">
              <a:buNone/>
            </a:pPr>
            <a:r>
              <a:rPr lang="en-GB" sz="1800" b="1" dirty="0"/>
              <a:t>Time Range</a:t>
            </a:r>
            <a:endParaRPr lang="en-GB" sz="1800" dirty="0"/>
          </a:p>
          <a:p>
            <a:r>
              <a:rPr lang="en-GB" sz="1800" dirty="0"/>
              <a:t>Total Duration: 47,005 seconds (13.1 hours)</a:t>
            </a:r>
          </a:p>
          <a:p>
            <a:r>
              <a:rPr lang="en-GB" sz="1800" dirty="0"/>
              <a:t>Represents continuous transaction period</a:t>
            </a:r>
          </a:p>
          <a:p>
            <a:r>
              <a:rPr lang="en-GB" sz="1800" b="1" dirty="0"/>
              <a:t>Distribution Characteristics</a:t>
            </a:r>
            <a:endParaRPr lang="en-GB" sz="1800" dirty="0"/>
          </a:p>
          <a:p>
            <a:r>
              <a:rPr lang="en-GB" sz="1800" dirty="0"/>
              <a:t>Relatively uniform distribution</a:t>
            </a:r>
          </a:p>
          <a:p>
            <a:r>
              <a:rPr lang="en-GB" sz="1800" dirty="0"/>
              <a:t>Covers business hours and beyond</a:t>
            </a:r>
          </a:p>
          <a:p>
            <a:r>
              <a:rPr lang="en-GB" sz="1800" b="1" dirty="0"/>
              <a:t>Temporal Insights</a:t>
            </a:r>
            <a:endParaRPr lang="en-GB" sz="1800" dirty="0"/>
          </a:p>
          <a:p>
            <a:r>
              <a:rPr lang="en-GB" sz="1800" dirty="0"/>
              <a:t>Hour range: 0-13 hours</a:t>
            </a:r>
          </a:p>
          <a:p>
            <a:r>
              <a:rPr lang="en-GB" sz="1800" dirty="0"/>
              <a:t>Enables time-based pattern detection</a:t>
            </a:r>
          </a:p>
          <a:p>
            <a:endParaRPr lang="en-IN" sz="1800" dirty="0"/>
          </a:p>
        </p:txBody>
      </p:sp>
      <p:pic>
        <p:nvPicPr>
          <p:cNvPr id="5" name="Picture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56051E15-1515-4CC6-7CF5-534D965FE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83"/>
          <a:stretch>
            <a:fillRect/>
          </a:stretch>
        </p:blipFill>
        <p:spPr>
          <a:xfrm>
            <a:off x="6593840" y="2053220"/>
            <a:ext cx="4074160" cy="388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0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24A7C-3542-BF0F-7F4F-F9E9557F7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53" y="491732"/>
            <a:ext cx="9603275" cy="5508015"/>
          </a:xfrm>
        </p:spPr>
        <p:txBody>
          <a:bodyPr>
            <a:noAutofit/>
          </a:bodyPr>
          <a:lstStyle/>
          <a:p>
            <a:r>
              <a:rPr lang="en-GB" sz="1800" b="1" dirty="0"/>
              <a:t>DATA PREPROCESSING - Standardization Applied</a:t>
            </a:r>
            <a:endParaRPr lang="en-GB" sz="1800" dirty="0"/>
          </a:p>
          <a:p>
            <a:r>
              <a:rPr lang="en-GB" sz="1800" dirty="0"/>
              <a:t>Method: </a:t>
            </a:r>
            <a:r>
              <a:rPr lang="en-GB" sz="1800" dirty="0" err="1"/>
              <a:t>StandardScaler</a:t>
            </a:r>
            <a:endParaRPr lang="en-GB" sz="1800" dirty="0"/>
          </a:p>
          <a:p>
            <a:r>
              <a:rPr lang="en-GB" sz="1800" dirty="0"/>
              <a:t>New Feature: </a:t>
            </a:r>
            <a:r>
              <a:rPr lang="en-GB" sz="1800" dirty="0" err="1"/>
              <a:t>Amount_scaled</a:t>
            </a:r>
            <a:endParaRPr lang="en-GB" sz="1800" dirty="0"/>
          </a:p>
          <a:p>
            <a:r>
              <a:rPr lang="en-GB" sz="1800" dirty="0"/>
              <a:t>Mean: ~0, Std: 1</a:t>
            </a:r>
          </a:p>
          <a:p>
            <a:r>
              <a:rPr lang="en-GB" sz="1800" b="1" dirty="0"/>
              <a:t>Time Feature</a:t>
            </a:r>
            <a:endParaRPr lang="en-GB" sz="1800" dirty="0"/>
          </a:p>
          <a:p>
            <a:r>
              <a:rPr lang="en-GB" sz="1800" dirty="0"/>
              <a:t>Method: </a:t>
            </a:r>
            <a:r>
              <a:rPr lang="en-GB" sz="1800" dirty="0" err="1"/>
              <a:t>StandardScaler</a:t>
            </a:r>
            <a:endParaRPr lang="en-GB" sz="1800" dirty="0"/>
          </a:p>
          <a:p>
            <a:r>
              <a:rPr lang="en-GB" sz="1800" dirty="0"/>
              <a:t>New Feature: </a:t>
            </a:r>
            <a:r>
              <a:rPr lang="en-GB" sz="1800" dirty="0" err="1"/>
              <a:t>Time_scaled</a:t>
            </a:r>
            <a:endParaRPr lang="en-GB" sz="1800" dirty="0"/>
          </a:p>
          <a:p>
            <a:r>
              <a:rPr lang="en-GB" sz="1800" dirty="0"/>
              <a:t>Mean: ~0, Std: 1</a:t>
            </a:r>
          </a:p>
          <a:p>
            <a:r>
              <a:rPr lang="en-GB" sz="1800" b="1" dirty="0"/>
              <a:t>Purpose</a:t>
            </a:r>
            <a:endParaRPr lang="en-GB" sz="1800" dirty="0"/>
          </a:p>
          <a:p>
            <a:r>
              <a:rPr lang="en-GB" sz="1800" dirty="0"/>
              <a:t>Normalize feature scales</a:t>
            </a:r>
          </a:p>
          <a:p>
            <a:r>
              <a:rPr lang="en-GB" sz="1800" dirty="0"/>
              <a:t>Improve model convergence</a:t>
            </a:r>
          </a:p>
          <a:p>
            <a:r>
              <a:rPr lang="en-GB" sz="1800" dirty="0"/>
              <a:t>Enable fair feature comparison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8092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DB19-72AA-B705-971F-B3530F7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473" y="443606"/>
            <a:ext cx="9603275" cy="3450613"/>
          </a:xfrm>
        </p:spPr>
        <p:txBody>
          <a:bodyPr>
            <a:noAutofit/>
          </a:bodyPr>
          <a:lstStyle/>
          <a:p>
            <a:r>
              <a:rPr lang="en-GB" sz="1800" b="1" dirty="0"/>
              <a:t>FEATURE ENGINEERING - Time-Based Features Created</a:t>
            </a:r>
            <a:endParaRPr lang="en-GB" sz="1800" dirty="0"/>
          </a:p>
          <a:p>
            <a:r>
              <a:rPr lang="en-GB" sz="1800" b="1" dirty="0"/>
              <a:t>Hour Feature</a:t>
            </a:r>
            <a:endParaRPr lang="en-GB" sz="1800" dirty="0"/>
          </a:p>
          <a:p>
            <a:r>
              <a:rPr lang="en-GB" sz="1800" dirty="0"/>
              <a:t>Extracted from Time variable</a:t>
            </a:r>
          </a:p>
          <a:p>
            <a:r>
              <a:rPr lang="en-GB" sz="1800" dirty="0"/>
              <a:t>Range: 0-13 hours</a:t>
            </a:r>
          </a:p>
          <a:p>
            <a:r>
              <a:rPr lang="en-GB" sz="1800" dirty="0"/>
              <a:t>Captures hourly transaction patterns</a:t>
            </a:r>
          </a:p>
          <a:p>
            <a:r>
              <a:rPr lang="en-GB" sz="1800" b="1" dirty="0"/>
              <a:t>Day Feature</a:t>
            </a:r>
            <a:endParaRPr lang="en-GB" sz="1800" dirty="0"/>
          </a:p>
          <a:p>
            <a:r>
              <a:rPr lang="en-GB" sz="1800" dirty="0"/>
              <a:t>Transaction day number</a:t>
            </a:r>
          </a:p>
          <a:p>
            <a:r>
              <a:rPr lang="en-GB" sz="1800" dirty="0"/>
              <a:t>Enables day-level analysis</a:t>
            </a:r>
          </a:p>
          <a:p>
            <a:r>
              <a:rPr lang="en-GB" sz="1800" b="1" dirty="0"/>
              <a:t>Business Value</a:t>
            </a:r>
            <a:endParaRPr lang="en-GB" sz="1800" dirty="0"/>
          </a:p>
          <a:p>
            <a:r>
              <a:rPr lang="en-GB" sz="1800" dirty="0"/>
              <a:t>Identify time-based fraud patterns</a:t>
            </a:r>
          </a:p>
          <a:p>
            <a:r>
              <a:rPr lang="en-GB" sz="1800" dirty="0"/>
              <a:t>Peak fraud hours detection</a:t>
            </a:r>
          </a:p>
          <a:p>
            <a:r>
              <a:rPr lang="en-GB" sz="1800" dirty="0"/>
              <a:t>Temporal trend analysis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4293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5D9B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1C11EDD3-5D96-8477-18BF-DD1279E4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43296"/>
            <a:ext cx="10905066" cy="3571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77AF6-B143-4906-207F-B1E826FBA7E0}"/>
              </a:ext>
            </a:extLst>
          </p:cNvPr>
          <p:cNvSpPr txBox="1"/>
          <p:nvPr/>
        </p:nvSpPr>
        <p:spPr>
          <a:xfrm>
            <a:off x="643466" y="83255"/>
            <a:ext cx="8452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Transaction Distribution by Hour" and "Fraud Transactions by Hour"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003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C1C8-4FC5-6996-0DC2-110E27CB1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927" y="0"/>
            <a:ext cx="9603275" cy="59997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CORRELATION ANALYSIS - Top Positive Correlations with Fraud</a:t>
            </a:r>
            <a:endParaRPr lang="en-GB" sz="1800" dirty="0"/>
          </a:p>
          <a:p>
            <a:r>
              <a:rPr lang="en-GB" sz="1800" dirty="0"/>
              <a:t>V11: 0.235</a:t>
            </a:r>
          </a:p>
          <a:p>
            <a:r>
              <a:rPr lang="en-GB" sz="1800" dirty="0"/>
              <a:t>V4: 0.211</a:t>
            </a:r>
          </a:p>
          <a:p>
            <a:r>
              <a:rPr lang="en-GB" sz="1800" dirty="0"/>
              <a:t>V2: 0.170</a:t>
            </a:r>
          </a:p>
          <a:p>
            <a:r>
              <a:rPr lang="en-GB" sz="1800" b="1" dirty="0"/>
              <a:t>Top Negative Correlations with Fraud</a:t>
            </a:r>
            <a:endParaRPr lang="en-GB" sz="1800" dirty="0"/>
          </a:p>
          <a:p>
            <a:r>
              <a:rPr lang="en-GB" sz="1800" dirty="0"/>
              <a:t>V17: -0.478</a:t>
            </a:r>
          </a:p>
          <a:p>
            <a:r>
              <a:rPr lang="en-GB" sz="1800" dirty="0"/>
              <a:t>V14: -0.426</a:t>
            </a:r>
          </a:p>
          <a:p>
            <a:r>
              <a:rPr lang="en-GB" sz="1800" dirty="0"/>
              <a:t>V12: -0.331</a:t>
            </a:r>
          </a:p>
          <a:p>
            <a:r>
              <a:rPr lang="en-GB" sz="1800" dirty="0"/>
              <a:t>V10: -0.343</a:t>
            </a:r>
          </a:p>
          <a:p>
            <a:r>
              <a:rPr lang="en-GB" sz="1800" b="1" dirty="0"/>
              <a:t>Key Insight</a:t>
            </a:r>
            <a:endParaRPr lang="en-GB" sz="1800" dirty="0"/>
          </a:p>
          <a:p>
            <a:r>
              <a:rPr lang="en-GB" sz="1800" dirty="0"/>
              <a:t>V17 and V14 are strongest fraud predictors</a:t>
            </a:r>
          </a:p>
          <a:p>
            <a:r>
              <a:rPr lang="en-GB" sz="1800" dirty="0"/>
              <a:t>Multiple features show meaningful relationships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90468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738F172-08B9-4BA5-B753-7D93472C0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900681B-C4FD-40B3-B5BC-C33231614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EAACD67-2FB5-4530-9B74-8D946F1C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3A992E1B-AAEE-4435-8F48-8C88BE55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a graph&#10;&#10;AI-generated content may be incorrect.">
            <a:extLst>
              <a:ext uri="{FF2B5EF4-FFF2-40B4-BE49-F238E27FC236}">
                <a16:creationId xmlns:a16="http://schemas.microsoft.com/office/drawing/2014/main" id="{D0B1E5C3-60FE-3500-2093-E3DFCB10C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4" r="-1" b="13946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476C2E52-E592-4F3F-BC13-5BD8518E2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22845-E208-A28F-F1DB-A970B3008BF4}"/>
              </a:ext>
            </a:extLst>
          </p:cNvPr>
          <p:cNvSpPr txBox="1"/>
          <p:nvPr/>
        </p:nvSpPr>
        <p:spPr>
          <a:xfrm>
            <a:off x="643467" y="2008046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correlation heatmap and top features correlation matrix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31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1610-1DA7-9F50-86AC-5E8A7787A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11" y="322066"/>
            <a:ext cx="9603275" cy="62138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DATA INTEGRATION &amp; COMPATIBILITY</a:t>
            </a:r>
          </a:p>
          <a:p>
            <a:pPr marL="0" indent="0">
              <a:buNone/>
            </a:pPr>
            <a:r>
              <a:rPr lang="en-GB" sz="1800" b="1" dirty="0"/>
              <a:t>Data Source</a:t>
            </a:r>
            <a:endParaRPr lang="en-GB" sz="1800" dirty="0"/>
          </a:p>
          <a:p>
            <a:r>
              <a:rPr lang="en-GB" sz="1800" dirty="0"/>
              <a:t>Single CSV file (no integration needed)</a:t>
            </a:r>
          </a:p>
          <a:p>
            <a:r>
              <a:rPr lang="en-GB" sz="1800" dirty="0"/>
              <a:t>Self-contained dataset</a:t>
            </a:r>
          </a:p>
          <a:p>
            <a:r>
              <a:rPr lang="en-GB" sz="1800" b="1" dirty="0"/>
              <a:t>Feature Compatibility</a:t>
            </a:r>
            <a:endParaRPr lang="en-GB" sz="1800" dirty="0"/>
          </a:p>
          <a:p>
            <a:r>
              <a:rPr lang="en-GB" sz="1800" dirty="0"/>
              <a:t>All features numerical</a:t>
            </a:r>
          </a:p>
          <a:p>
            <a:r>
              <a:rPr lang="en-GB" sz="1800" dirty="0"/>
              <a:t>Same scale after preprocessing</a:t>
            </a:r>
          </a:p>
          <a:p>
            <a:r>
              <a:rPr lang="en-GB" sz="1800" dirty="0"/>
              <a:t>No type conflicts</a:t>
            </a:r>
          </a:p>
          <a:p>
            <a:r>
              <a:rPr lang="en-GB" sz="1800" b="1" dirty="0"/>
              <a:t>Final Processed Dataset</a:t>
            </a:r>
            <a:endParaRPr lang="en-GB" sz="1800" dirty="0"/>
          </a:p>
          <a:p>
            <a:r>
              <a:rPr lang="en-GB" sz="1800" dirty="0"/>
              <a:t>Original Features: 31</a:t>
            </a:r>
          </a:p>
          <a:p>
            <a:r>
              <a:rPr lang="en-GB" sz="1800" dirty="0"/>
              <a:t>Engineered Features: 4</a:t>
            </a:r>
          </a:p>
          <a:p>
            <a:r>
              <a:rPr lang="en-GB" sz="1800" dirty="0"/>
              <a:t>Total Features: 35</a:t>
            </a:r>
          </a:p>
          <a:p>
            <a:r>
              <a:rPr lang="en-GB" sz="1800" dirty="0"/>
              <a:t>Rows: 55,551 (after cleaning)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0484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C3C4D-65ED-80B3-5752-94FD6284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95" y="0"/>
            <a:ext cx="11558568" cy="6858000"/>
          </a:xfrm>
        </p:spPr>
        <p:txBody>
          <a:bodyPr>
            <a:noAutofit/>
          </a:bodyPr>
          <a:lstStyle/>
          <a:p>
            <a:r>
              <a:rPr lang="en-IN" sz="1800" b="1" dirty="0"/>
              <a:t>ETHICS &amp; BIAS ASSESSMENT - Privacy Protection</a:t>
            </a:r>
            <a:endParaRPr lang="en-IN" sz="1800" dirty="0"/>
          </a:p>
          <a:p>
            <a:r>
              <a:rPr lang="en-IN" sz="1800" dirty="0"/>
              <a:t>Features anonymized via PCA transformation</a:t>
            </a:r>
          </a:p>
          <a:p>
            <a:r>
              <a:rPr lang="en-IN" sz="1800" dirty="0"/>
              <a:t>No personally identifiable information</a:t>
            </a:r>
          </a:p>
          <a:p>
            <a:r>
              <a:rPr lang="en-IN" sz="1800" dirty="0"/>
              <a:t>Protects customer privacy</a:t>
            </a:r>
          </a:p>
          <a:p>
            <a:r>
              <a:rPr lang="en-IN" sz="1800" b="1" dirty="0"/>
              <a:t>Bias Considerations</a:t>
            </a:r>
            <a:endParaRPr lang="en-IN" sz="1800" dirty="0"/>
          </a:p>
          <a:p>
            <a:r>
              <a:rPr lang="en-IN" sz="1800" dirty="0"/>
              <a:t>Severe class imbalance (99.72% vs 0.28%)</a:t>
            </a:r>
          </a:p>
          <a:p>
            <a:r>
              <a:rPr lang="en-IN" sz="1800" dirty="0"/>
              <a:t>Potential geographic/demographic sampling bias</a:t>
            </a:r>
          </a:p>
          <a:p>
            <a:r>
              <a:rPr lang="en-IN" sz="1800" dirty="0"/>
              <a:t>Time period limited to 13 hours</a:t>
            </a:r>
          </a:p>
          <a:p>
            <a:r>
              <a:rPr lang="en-IN" sz="1800" b="1" dirty="0"/>
              <a:t>Mitigation Strategy</a:t>
            </a:r>
            <a:endParaRPr lang="en-IN" sz="1800" dirty="0"/>
          </a:p>
          <a:p>
            <a:r>
              <a:rPr lang="en-IN" sz="1800" dirty="0"/>
              <a:t>Apply resampling techniques (SMOTE/under sampling)</a:t>
            </a:r>
          </a:p>
          <a:p>
            <a:r>
              <a:rPr lang="en-IN" sz="1800" dirty="0"/>
              <a:t>Cross-validation for robust evaluation</a:t>
            </a:r>
          </a:p>
          <a:p>
            <a:r>
              <a:rPr lang="en-IN" sz="1800" dirty="0"/>
              <a:t>Monitor false positive/negative rates</a:t>
            </a:r>
          </a:p>
          <a:p>
            <a:r>
              <a:rPr lang="en-IN" sz="1800" b="1" dirty="0"/>
              <a:t>Ethical Use:</a:t>
            </a:r>
            <a:r>
              <a:rPr lang="en-IN" sz="1800" dirty="0"/>
              <a:t> Fraud prevention, customer protection, financial security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67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3561-19BA-7A9E-5025-AB44D94C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443" y="604028"/>
            <a:ext cx="10932926" cy="46738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DELIVERABLES &amp; NEXT STEPS - Deliverables</a:t>
            </a:r>
          </a:p>
          <a:p>
            <a:r>
              <a:rPr lang="en-IN" sz="1800" dirty="0"/>
              <a:t> ✓ Cleaned dataset: creditcard.csv ✓ Processed dataset: creditcard_processed.csv</a:t>
            </a:r>
            <a:br>
              <a:rPr lang="en-IN" sz="1800" dirty="0"/>
            </a:br>
            <a:r>
              <a:rPr lang="en-IN" sz="1800" dirty="0"/>
              <a:t>✓ Python Notebook: Complete EDA with visualizations ✓ GitHub Repository: All files version controlled</a:t>
            </a:r>
          </a:p>
          <a:p>
            <a:r>
              <a:rPr lang="en-IN" sz="1800" b="1" dirty="0"/>
              <a:t>Dataset Status:</a:t>
            </a:r>
            <a:r>
              <a:rPr lang="en-IN" sz="1800" dirty="0"/>
              <a:t> Ready for </a:t>
            </a:r>
            <a:r>
              <a:rPr lang="en-IN" sz="1800" dirty="0" err="1"/>
              <a:t>modeling</a:t>
            </a:r>
            <a:r>
              <a:rPr lang="en-IN" sz="1800" dirty="0"/>
              <a:t> phase</a:t>
            </a:r>
          </a:p>
          <a:p>
            <a:r>
              <a:rPr lang="en-IN" sz="1800" b="1" dirty="0"/>
              <a:t>Next Steps</a:t>
            </a:r>
            <a:endParaRPr lang="en-IN" sz="1800" dirty="0"/>
          </a:p>
          <a:p>
            <a:r>
              <a:rPr lang="en-IN" sz="1800" dirty="0"/>
              <a:t>Feature selection based on correlation analysis</a:t>
            </a:r>
          </a:p>
          <a:p>
            <a:r>
              <a:rPr lang="en-IN" sz="1800" dirty="0"/>
              <a:t>Address class imbalance (SMOTE/</a:t>
            </a:r>
            <a:r>
              <a:rPr lang="en-IN" sz="1800" dirty="0" err="1"/>
              <a:t>undersampling</a:t>
            </a:r>
            <a:r>
              <a:rPr lang="en-IN" sz="1800" dirty="0"/>
              <a:t>)</a:t>
            </a:r>
          </a:p>
          <a:p>
            <a:r>
              <a:rPr lang="en-IN" sz="1800" dirty="0"/>
              <a:t>Model development (Logistic Regression, Random Forest, </a:t>
            </a:r>
            <a:r>
              <a:rPr lang="en-IN" sz="1800" dirty="0" err="1"/>
              <a:t>XGBoost</a:t>
            </a:r>
            <a:r>
              <a:rPr lang="en-IN" sz="1800" dirty="0"/>
              <a:t>)</a:t>
            </a:r>
          </a:p>
          <a:p>
            <a:r>
              <a:rPr lang="en-IN" sz="1800" dirty="0"/>
              <a:t>Model evaluation and optimization</a:t>
            </a:r>
          </a:p>
          <a:p>
            <a:r>
              <a:rPr lang="en-IN" sz="1800" dirty="0"/>
              <a:t>Business recommendations and deployment strategy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7639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AE26-95C3-D6DF-4413-CFAE1C391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92" y="2812145"/>
            <a:ext cx="9603275" cy="3450613"/>
          </a:xfrm>
        </p:spPr>
        <p:txBody>
          <a:bodyPr>
            <a:normAutofit/>
          </a:bodyPr>
          <a:lstStyle/>
          <a:p>
            <a:pPr algn="ctr"/>
            <a:r>
              <a:rPr lang="en-GB" sz="9600" dirty="0"/>
              <a:t>Thanks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711051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</TotalTime>
  <Words>796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Abdullahi Jibril</dc:creator>
  <cp:lastModifiedBy>Abdullahi Jibril</cp:lastModifiedBy>
  <cp:revision>1</cp:revision>
  <dcterms:created xsi:type="dcterms:W3CDTF">2025-11-18T11:15:01Z</dcterms:created>
  <dcterms:modified xsi:type="dcterms:W3CDTF">2025-11-19T10:32:19Z</dcterms:modified>
</cp:coreProperties>
</file>